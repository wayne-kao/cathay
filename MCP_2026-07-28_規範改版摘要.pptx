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這次改版是 MCP 上線以來最大一次，重點是協定層無狀態化。正式版 2026/07/28 發布，取代 2025-11-25。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六大重點，後面每一項各有一頁展開。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這頁是給主管看的重點：營運複雜度下降，橫向擴充不再需要黏著式路由與共用狀態。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三類要分清楚：Breaking 會壞、Compatible 只是多欄位、Deprecated 至少一年緩衝。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官方強調 handle 模式其實比隱藏在傳輸層的 session 更好用，因為模型看得見、可以組合。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MRTR 是讓「伺服器中途問使用者」這件事能在無狀態下成立的關鍵設計。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這三項合起來是「營運友善」：可路由、可快取、可觀測。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擴充框架 + 棄用政策，是這次治理面最重要的兩件事。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授權是實作者花最多時間的地方，這次主要是安全硬化，不是重寫。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結論是：不用急，但要開始排。12 個月是最短窗口，不是承諾期限。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這是通用清單。要更精準的話，下一步是拿我們自己的 server/client 程式碼逐項盤點。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這頁是回答主管一定會問的「這跟我們有關係嗎」。關鍵是分清楚業務層與協定層。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重點講三個數字：往返數、伺服器狀態、業務邏輯改動為零。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綠黃紅三欄。主管最在意工時，重點是：業務邏輯零改動，人力花在授權檢查。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這頁不一定要投出來，可以當自己的小抄。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行動項刻意分成本週 / 兩週 / 本季 / 持續，方便主管排資源。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463040"/>
            <a:ext cx="5120640" cy="512064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566160"/>
            <a:ext cx="3108960" cy="310896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2026-07-28 規範改版摘要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 2025-11-25 以來最大一次改版 —— 協定層正式轉為無狀態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886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正式版已於 2026/07/28 發布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匯報對象：技術主管 / PM　·　整理日期：2026/08/03　·　含「對我們帳務 MCP 的影響」章節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本次改版的六大重點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官方定調：讓 MCP 成為可跑在一般 HTTP 基礎設施上的請求／回應協定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19656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53312" y="18013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無狀態協定核心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35000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 session 與 initialize/initialized 握手；每個請求自帶協定版本與能力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53128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8196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66360" y="18013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Round-Trip Requests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81728" y="235000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input_required 重試機制取代需長連線的伺服器回呼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66176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94776" y="1819656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494776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79408" y="18013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標頭式路由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94776" y="235000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Streamable HTTP 強制帶 Mcp-Method / Mcp-Name，閘道免解析 body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5661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378561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53312" y="37673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清單結果可快取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8680" y="431596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/ read 回應帶 ttlMs 與 cacheScope，工具目錄可快取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53128" y="35661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3785616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66360" y="37673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擴充框架正式化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81728" y="431596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Apps、Tasks、EMA 以獨立版本節奏演進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66176" y="35661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94776" y="378561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494776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79408" y="37673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授權強化與棄用政策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494776" y="431596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9207 iss 驗證、DCR 轉 CIMD；12 個月最短棄用窗口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為什麼重要：部署架構直接變簡單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同一個遠端 MCP 服務，改版前後的營運成本差異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40680" cy="3520440"/>
          </a:xfrm>
          <a:prstGeom prst="roundRect">
            <a:avLst>
              <a:gd name="adj" fmla="val 2078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改版前（2025-11-25）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必須先 initialize 建立 session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每個請求要帶 Mcp-Session-Id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 sticky routing（黏著式路由）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需要共用 session store 才能水平擴充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閘道要做深層封包檢查才知道在呼叫什麼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elicitation / sampling 需長開 SSE 連線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645920"/>
            <a:ext cx="544068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改版後（2026-07-28）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228600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單一自足請求，無握手、無 session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任何請求可落在任何一台實例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 round-robin 負載平衡即可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不再需要共用 session store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閘道依 Mcp-Method / Mcp-Name 標頭路由與限流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MRTR 以重試取代長連線；狀態放在 payload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3200400"/>
            <a:ext cx="594360" cy="41148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什麼會壞、什麼只是棄用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官方明確區分三類：Breaking / Deprecated / 相容但新增欄位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64792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B04A4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76479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破壞性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37360" y="1664208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與 Mcp-Session-Id 移除（SEP-2567）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89320" y="1664208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改用伺服器發放的顯式 handle，當成一般工具參數傳遞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359152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551176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B04A4A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55117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破壞性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37360" y="2450592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握手移除（SEP-2575）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89320" y="2450592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改從每個請求的 _meta 讀版本與能力；伺服器須實作 server/discover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337560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B04A4A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33756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破壞性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737360" y="3236976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阻塞式 tasks/result 移除（SEP-2663）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89320" y="3236976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改用 Tasks 擴充 + tasks/get 輪詢；tasks/list 移除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4123944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123944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相容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37360" y="4023360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tools/list、resources/list、prompts/list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989320" y="4023360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端點不再隨連線變動；新增 ttlMs 與 cacheScope 可啟用快取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718304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4910328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9A6B12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491032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棄用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737360" y="4809744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Roots、Sampling、Logging（SEP-2577）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989320" y="4809744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仍可用，至少保留 12 個月；新專案不要再依賴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50468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" y="5696712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9A6B12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" y="569671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棄用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737360" y="5596128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HTTP+SSE 舊傳輸、OAuth DCR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989320" y="5596128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在窗口內遷移至 Streamable HTTP 與 CIMD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無狀態核心：握手與 Session 都拿掉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SEP-2567 移除 session、SEP-2575 移除 initialize 握手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40680" cy="1920240"/>
          </a:xfrm>
          <a:prstGeom prst="roundRect">
            <a:avLst>
              <a:gd name="adj" fmla="val 2857"/>
            </a:avLst>
          </a:prstGeom>
          <a:solidFill>
            <a:srgbClr val="10182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773936"/>
            <a:ext cx="511149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舊：2025-11-25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/mcp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Mcp-Session-Id: 1868a90c-3a3f-4f5b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{"method":"tools/call",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"params":{"name":"search", ...}}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0" y="1645920"/>
            <a:ext cx="5440680" cy="1920240"/>
          </a:xfrm>
          <a:prstGeom prst="roundRect">
            <a:avLst>
              <a:gd name="adj" fmla="val 2857"/>
            </a:avLst>
          </a:prstGeom>
          <a:solidFill>
            <a:srgbClr val="10182F"/>
          </a:solidFill>
          <a:ln/>
        </p:spPr>
      </p:sp>
      <p:sp>
        <p:nvSpPr>
          <p:cNvPr id="7" name="Text 5"/>
          <p:cNvSpPr/>
          <p:nvPr/>
        </p:nvSpPr>
        <p:spPr>
          <a:xfrm>
            <a:off x="6565392" y="1773936"/>
            <a:ext cx="511149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新：2026-07-28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/mcp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MCP-Protocol-Version: 2026-07-28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Mcp-Method: tools/call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Mcp-Name: search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{"...","_meta":{".../clientInfo":{...}}}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39776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89888" y="389534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版本與能力改放 _meta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389534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io.modelcontextprotocol/protocolVersion、/clientInfo、/clientCapabilities；版本不符回 UnsupportedProtocolVersionError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4800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89888" y="471830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 server/discover RPC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471830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伺服器 MUST 實作；用戶端可選擇性呼叫以事先取得能力，也可作為 STDIO 相容探測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544068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56235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5623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89888" y="55412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協定無狀態 ≠ 應用無狀態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55412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需要跨呼叫狀態時，由工具鑄造顯式 handle（如 basket_id），讓模型自己在呼叫間傳遞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Multi Round-Trip Requests（SEP-2322）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取代 elicitation/create、sampling/createMessage、roots/list 的長連線回呼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828800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2304288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伺服器回傳 input_required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" y="281635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不完成呼叫，改回 InputRequiredResult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2423160"/>
            <a:ext cx="173736" cy="237744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3502152" y="164592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1828800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372160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21608" y="2304288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 inputRequests + requestState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21608" y="281635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requestState 為不透明字串，用戶端須原封回傳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2423160"/>
            <a:ext cx="173736" cy="237744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6364224" y="164592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1828800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2304288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用戶端蒐集答案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281635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一次可批次處理 elicitation 與 sampling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34272" y="2423160"/>
            <a:ext cx="173736" cy="237744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2" name="Shape 20"/>
          <p:cNvSpPr/>
          <p:nvPr/>
        </p:nvSpPr>
        <p:spPr>
          <a:xfrm>
            <a:off x="9226296" y="164592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45752" y="1828800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944575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45752" y="2304288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重發原呼叫附 inputResponses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445752" y="281635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任一台無狀態實例都能接手續跑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657600"/>
            <a:ext cx="5943600" cy="2011680"/>
          </a:xfrm>
          <a:prstGeom prst="roundRect">
            <a:avLst>
              <a:gd name="adj" fmla="val 2727"/>
            </a:avLst>
          </a:prstGeom>
          <a:solidFill>
            <a:srgbClr val="10182F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3785616"/>
            <a:ext cx="561441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"resultType": "input_required",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"inputRequests":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"confirm": { "type": "elicitation",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"message": "Delete 3 files?" } },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0D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"requestState": "eyJzdGVwIjoxLC4uLn0="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03720" y="3657600"/>
            <a:ext cx="4526280" cy="2011680"/>
          </a:xfrm>
          <a:prstGeom prst="roundRect">
            <a:avLst>
              <a:gd name="adj" fmla="val 3636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78040" y="3794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配套規則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178040" y="416052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所有結果都須帶 resultType（complete / input_required）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伺服器僅能在處理用戶端請求期間發起回問（SEP-2260）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使用者不會被莫名其妙跳出的提示打擾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③④ 可路由、可快取、可追蹤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MCP 流量變成一般 HTTP 工作負載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SEP-2243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2128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標頭式路由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70048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Streamable HTTP POST 必帶 Mcp-Method 與 Mcp-Name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閘道 / 限流器 / WAF 免解析 JSON body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標頭與 body 不一致時伺服器須拒絕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另支援 x-mcp-header 由工具參數帶自訂標頭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8288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SEP-2549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22128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清單快取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2670048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 CacheableResult：ttlMs、cacheScope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 tools/list、prompts/list、resources/list、resources/read、resources/templates/list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cacheScope 為 public / private，決定中介是否可共用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listChanged 通知互補，不是取代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64592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8288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6B4E9E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SEP-414 / 2106 / 2164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58200" y="22128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追蹤與結構化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2670048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_meta 正式定義 traceparent、tracestate、baggage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 schema 升級為完整 JSON Schema 2020-12（oneOf/$ref 等）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structuredContent 可為任意 JSON 值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資源不存在錯誤碼由 -32002 改為標準 -32602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 擴充框架正式成為一級公民（SEP-2133）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 DNS 命名、能力協商、獨立 repo 與版本節奏、SEP Extensions Track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470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Apps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0120" y="230428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042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SEP-1865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023360" y="18470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伺服器可提供互動式 HTML 介面，由 host 在沙箱 iframe 渲染。工具事先宣告 UI 模板，host 可預取、快取與安審；UI 動作走與工具呼叫相同的稽核與同意路徑。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2186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0120" y="367588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6758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SEP-2663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23360" y="32186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2025-11-25 的實驗性核心功能移出成為官方擴充。阻塞式 tasks/result 改為 tasks/get 輪詢，新增 tasks/update，移除 tasks/list（無 session 無法安全界定範圍）。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45902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企業託管授權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60120" y="504748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0474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官方擴充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23360" y="45902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Managed Authorization 與 Apps、Tasks 同列於擴充框架，讓企業身分系統整合可獨立演進，不綁規範版本。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76072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AF6F2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57607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重點：新能力先以 opt-in 擴充出貨並在其中穩定，之後才可能進入規範本體 —— 這是官方避免未來再度出現破壞性改版的主要手段。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⑥ 授權強化：向 OAuth / OIDC 實務靠攏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動機是 MCP「單一用戶端、多伺服器」的部署形態特別容易踩到 mix-up 攻擊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74650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9207 iss 驗證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520440" y="188366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3520440" y="18836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SEP-2468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3520" y="174650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授權伺服器 SHOULD 回傳 iss；用戶端在兌換授權碼前 MUST 驗證。未來版本將直接拒絕缺少 iss 的回應。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2688" y="26060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application_type 宣告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520440" y="274320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743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SEP-837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0" y="26060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註冊時明確宣告 OIDC application_type，避免桌面 / CLI 用戶端被預設為 web 而拒絕 localhost redirect URI。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346704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2688" y="346557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憑證綁定發行者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520440" y="3602736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36027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SEP-2352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03520" y="346557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用戶端憑證綁定鑄造它的授權伺服器，須以 issuer 為鍵保存，資源換授權伺服器時重新註冊，不得跨 AS 重用。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2688" y="432511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DCR 轉向 CIMD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520440" y="446227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9A6B12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44622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正式棄用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0" y="432511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Client Registration 正式棄用，改以 Client ID Metadata Documents 為標準；DCR 仍相容，未來版本移除。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65776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32688" y="518464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其他澄清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520440" y="5321808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53218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SEP-2207 / 2350 / 2351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03520" y="518464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補充 OIDC 式授權伺服器的 refresh token 取得方式、step-up 時的 scope 累積規則、.well-known 探索後綴。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棄用清單與生命週期政策（SEP-2596）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首度有正式的功能生命週期：Active → Deprecated → Removed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642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使用中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801368"/>
            <a:ext cx="182880" cy="228600"/>
          </a:xfrm>
          <a:prstGeom prst="rightArrow">
            <a:avLst/>
          </a:prstGeom>
          <a:solidFill>
            <a:srgbClr val="5A6472"/>
          </a:solidFill>
          <a:ln/>
        </p:spPr>
      </p:sp>
      <p:sp>
        <p:nvSpPr>
          <p:cNvPr id="7" name="Shape 5"/>
          <p:cNvSpPr/>
          <p:nvPr/>
        </p:nvSpPr>
        <p:spPr>
          <a:xfrm>
            <a:off x="3429000" y="1664208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6642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已棄用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1801368"/>
            <a:ext cx="182880" cy="228600"/>
          </a:xfrm>
          <a:prstGeom prst="rightArrow">
            <a:avLst/>
          </a:prstGeom>
          <a:solidFill>
            <a:srgbClr val="5A6472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64208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B04A4A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6642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已移除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235440" y="1572768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235440" y="15727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個月最短窗口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0080" y="24231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本次棄用項目與建議替代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816352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281635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40480" y="281635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改用工具參數、resource URI 或伺服器設定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438144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343814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40480" y="34381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改為直接串接 LLM 供應商 API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059936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05993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840480" y="405993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走 stderr；結構化可觀測性改用 OpenTelemetry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681728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6112" y="468172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HTTP+SSE 舊傳輸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840480" y="468172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改用 Streamable HTTP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30352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96112" y="530352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Dynamic Client Registration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840480" y="53035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改用 Client ID Metadata Documents（CIMD）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09560" y="2423160"/>
            <a:ext cx="3611880" cy="3429000"/>
          </a:xfrm>
          <a:prstGeom prst="roundRect">
            <a:avLst>
              <a:gd name="adj" fmla="val 2133"/>
            </a:avLst>
          </a:prstGeom>
          <a:solidFill>
            <a:srgbClr val="F7F3E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183880" y="25786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政策重點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83880" y="2944368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5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棄用是「標註」，功能照常運作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5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自標註該版本起算，至少 12 個月才可能被移除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5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移除本身還需要另一份 SEP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5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例外：有公開資安通報或已遭利用且無緩解，可加速移除，但仍須至少 90 天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5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Track SEP 須有對應 conformance 測試才能 Final（SEP-2484）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遷移檢查清單（通用建議）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以下依規範內容整理，尚未針對我們自己的專案程式碼做盤點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4406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1051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105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伺服器端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4892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 initialize 握手與 Mcp-Session-Id 相依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改從每個請求的 _meta 讀協定版本與能力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 server/discover（規範要求 MUST）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需要跨呼叫狀態者改鑄造顯式 handle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/ read 回應補上 ttlMs 與 cacheScope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 Mcp-Method / Mcp-Name 與 body 一致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627632"/>
            <a:ext cx="5440680" cy="2880360"/>
          </a:xfrm>
          <a:prstGeom prst="roundRect">
            <a:avLst>
              <a:gd name="adj" fmla="val 2540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20840" y="181051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105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用戶端與閘道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20840" y="2286000"/>
            <a:ext cx="4892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Streamable HTTP POST 帶上兩個標頭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閘道改以標頭路由，移除 session affinity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 MRTR：處理 input_required 並原封回傳 requestState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授權流程加上 iss 驗證與 application_type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憑證改以 issuer 為鍵保存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錯誤碼比對由 -32002 改為 -32602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AF6F2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47548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若曾採用 2025-11-25 的實驗性 Tasks：必須改用 Tasks 擴充的新生命週期（tasks/get 輪詢、tasks/update、無 tasks/list），這是本次唯一一定要動的功能性遷移。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先破除一個誤解：我們真的不需要 session 嗎？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我們的服務是「查帳戶餘額 / 交易明細」——一問一答的純查詢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我們原本的認知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4800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查餘額不依賴上一次問了什麼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是冪等的純查詢，本來就無狀態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「我們根本沒用到 session」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所以這次改版跟我們無關？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164592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實際情況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2240280"/>
            <a:ext cx="4800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業務邏輯無狀態 —— 這點沒錯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 session 在「協定層」，不在業務層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握手是 MUST，一定有做，只是 SDK 幫我們做掉了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Mcp-Session-Id 雖是 MAY，但多數 SDK 預設會發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0" y="2926080"/>
            <a:ext cx="594360" cy="41148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AF6F2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5047488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結論：不是「我們不需要 session」，而是「我們的業務不需要，但舊協定強迫我們維護一個」。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39496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這次改版對純查詢型服務不是新增負擔，是拿掉負擔 —— 協定終於跟我們的實際用法對齊。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實例對照：查一次「A123 帳戶餘額」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同一件事，改版前後的實際 HTTP 往返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B04A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改版前　2025-11-25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157276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0F6B5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5727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改版後　2026-07-28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975104"/>
            <a:ext cx="5440680" cy="2240280"/>
          </a:xfrm>
          <a:prstGeom prst="roundRect">
            <a:avLst>
              <a:gd name="adj" fmla="val 2449"/>
            </a:avLst>
          </a:prstGeom>
          <a:solidFill>
            <a:srgbClr val="10182F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103120"/>
            <a:ext cx="511149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POST /mcp  {"method":"initialize"}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&lt;- 200 OK  Mcp-Session-Id: 1868a90c-3a3f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POST /mcp  {"notifications/initialized"}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&lt;- 202 Accepted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POST /mcp  {"method":"tools/list"}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9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+ Mcp-Session-Id  (每次連線都要重拿)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POST /mcp  {"method":"tools/call",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"name":"get_account_balance"}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9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+ Mcp-Session-Id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&lt;- "NT$ 128,450"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975104"/>
            <a:ext cx="5440680" cy="2240280"/>
          </a:xfrm>
          <a:prstGeom prst="roundRect">
            <a:avLst>
              <a:gd name="adj" fmla="val 2449"/>
            </a:avLst>
          </a:prstGeom>
          <a:solidFill>
            <a:srgbClr val="10182F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2103120"/>
            <a:ext cx="511149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/mcp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MCP-Protocol-Version: 2026-07-28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Mcp-Method: tools/call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Mcp-Name: get_account_balance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0D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eyJhbGc...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{"method":"tools/call","params":{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"name":"get_account_balance",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"arguments":{"account_id":"A123"},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"_meta":{".../clientInfo":{...}}}}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"resultType":"complete", "NT$ 128,450"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45537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→ 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96112" y="50474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 HTTP 往返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53492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工具清單快取後只剩一趟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44348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90872" y="45537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 → 無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90872" y="50474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伺服器狀態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90872" y="53492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不用維護 session 表與過期清理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44348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85632" y="45537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行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485632" y="50474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業務邏輯改動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85632" y="53492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 DB、格式化回傳完全不動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對我們的影響：實際要動什麼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依工作量排序 —— 真正要排時間的是授權，不是無狀態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810512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F8A6A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81051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幾乎不用動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77824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升 SDK 即可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" y="2615184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 initialize 握手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_meta 讀版本與能力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 server/discover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回應加 resultType 欄位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 Mcp-Method / Mcp-Name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77824" y="4892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0F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以上全由 SDK 處理，業務邏輯零改動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627632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72584" y="1810512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C08A1E"/>
          </a:solidFill>
          <a:ln/>
        </p:spPr>
      </p:sp>
      <p:sp>
        <p:nvSpPr>
          <p:cNvPr id="12" name="Text 10"/>
          <p:cNvSpPr/>
          <p:nvPr/>
        </p:nvSpPr>
        <p:spPr>
          <a:xfrm>
            <a:off x="4672584" y="181051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要花點時間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72584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但都是加分項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72584" y="2615184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tools/list 加 ttlMs（建議 24h）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cacheScope 一律設 private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交易明細分頁改回傳 next_cursor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錯誤碼 -32002 改為 -32602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 schema 可用 oneOf / $ref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72584" y="4892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C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化為未來多實例鋪路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0" y="1627632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67344" y="1810512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B04A4A"/>
          </a:solidFill>
          <a:ln/>
        </p:spPr>
      </p:sp>
      <p:sp>
        <p:nvSpPr>
          <p:cNvPr id="18" name="Text 16"/>
          <p:cNvSpPr/>
          <p:nvPr/>
        </p:nvSpPr>
        <p:spPr>
          <a:xfrm>
            <a:off x="8467344" y="181051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要排時間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67344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授權硬化（我們有 OAuth）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67344" y="2615184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 iss（RFC 9207，防 mix-up）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註冊時宣告 application_type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憑證以 issuer 為鍵保存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DCR 逐步改用 CIMD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確認沒有「握手驗一次、之後靠 session 放行」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67344" y="4892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0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最後一項若存在即是資安漏洞，須立刻改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預期提問與回答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匯報時最可能被追問的六題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810512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89888" y="178308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這跟我們有關係嗎？只是查餘額。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860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有，方向是好的。舊協定強迫我們維護用不到的連線狀態，這次是拿掉包袱。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46520" y="1627632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84264" y="1810512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6684264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96328" y="178308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現在壞掉了嗎？要馬上改？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02552" y="22860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沒壞。發布日不是關機日，被棄用的功能官方保證至少保留 12 個月。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3328416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89888" y="3300984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要花多少工？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96112" y="3803904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業務邏輯零改動。主要是升 SDK；真正需要人力的是授權那一塊。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3145536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84264" y="3328416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6684264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96328" y="3300984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只有一台伺服器，有什麼好處？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02552" y="3803904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未來擴充免 sticky routing、部署重啟不用重新握手、工具清單可快取省一趟往返。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7824" y="4846320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877824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89888" y="481888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有沒有不改就會出事的？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96112" y="5321808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檢查是否有「握手時驗一次、之後靠 session 放行」的寫法 —— 新架構下每個請求都要獨立驗 token。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46520" y="466344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84264" y="4846320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1" name="Text 29"/>
          <p:cNvSpPr/>
          <p:nvPr/>
        </p:nvSpPr>
        <p:spPr>
          <a:xfrm>
            <a:off x="6684264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96328" y="481888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安全性變好還是變差？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702552" y="5321808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整體變好：少一類 session hijacking 面、iss 驗證堵 mix-up、伺服器不能無故發起提問。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時程、SDK 現況與建議行動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發布日不是關機日：2025-11-25 的實作照常運作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2025-11-25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前一版規範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24323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為實驗性核心功能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56432" y="1627632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2026-05-21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鎖版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4323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十週驗證窗口，供 SDK 與用戶端實作者測試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2784" y="1627632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EAF6F2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73952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2026-07-28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73952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正式版發布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3952" y="24323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四個 Tier 1 SDK 同日支援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89136" y="1627632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90304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2027-07 之後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90304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最早可移除時點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90304" y="24323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本次棄用項目的 12 個月窗口屆滿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1F4F8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2688" y="34015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現況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2688" y="3767328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全數支援 2026-07-28：TypeScript、Python、Go、C#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SDK 以 beta 支援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官方提供破壞性部分的遷移說明，session id 移除為最大宗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生態同日跟進：Cloudflare、AWS AgentCore、Microsoft Foundry、FastMCP 4.0 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46520" y="324612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39128" y="34015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建議行動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739128" y="3730752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6739128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69480" y="37307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本週：盤點我方 server / client 是否依賴 session 或 initialize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739128" y="4187952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9" name="Text 27"/>
          <p:cNvSpPr/>
          <p:nvPr/>
        </p:nvSpPr>
        <p:spPr>
          <a:xfrm>
            <a:off x="6739128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269480" y="41879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兩週內：開分支升級 SDK，跑通 server/discover 與雙標頭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739128" y="46451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739128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69480" y="46451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本季：閘道改標頭路由、移除 session affinity 與共用 store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739128" y="51023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6739128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269480" y="51023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持續：新功能不得再依賴 Roots / Sampling / Logging 與 DCR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206240" cy="42062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參考資料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本簡報內容整理自下列官方與第三方來源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1E2A5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7510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2026-07-28 Specification（官方發布公告）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249424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blog.modelcontextprotocol.io/posts/2026-07-28/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1E2A5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249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2026-07-28 MCP Specification Release Candidate（RC 技術細節）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299923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blog.modelcontextprotocol.io/posts/2026-07-28-release-candidate/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41985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1E2A5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47472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Changes — 2026-07-28 Changelog（官方完整變更清單）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modelcontextprotocol.io/specification/2026-07-28/changelog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416966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1E2A5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2452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Lifecycle and Deprecation Policy（生命週期政策）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49884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modelcontextprotocol.io/community/feature-lifecycle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91947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1E2A55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97433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2026-07-28 spec: what changed, what breaks（第三方整理）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524865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stacktr.ee/blog/mcp-2026-spec-changes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080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編號皆對應 modelcontextprotocol/modelcontextprotocol GitHub PR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2026-07-28 規範改版摘要</dc:title>
  <dc:subject>PptxGenJS Presentation</dc:subject>
  <dc:creator>Wayne</dc:creator>
  <cp:lastModifiedBy>Wayne</cp:lastModifiedBy>
  <cp:revision>1</cp:revision>
  <dcterms:created xsi:type="dcterms:W3CDTF">2026-08-02T17:14:48Z</dcterms:created>
  <dcterms:modified xsi:type="dcterms:W3CDTF">2026-08-02T17:14:48Z</dcterms:modified>
</cp:coreProperties>
</file>