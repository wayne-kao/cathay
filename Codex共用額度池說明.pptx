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額度內用量</c:v>
                </c:pt>
              </c:strCache>
            </c:strRef>
          </c:tx>
          <c:spPr>
            <a:solidFill>
              <a:srgbClr val="106B4B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1000</c:v>
                </c:pt>
                <c:pt idx="2">
                  <c:v>500</c:v>
                </c:pt>
                <c:pt idx="3">
                  <c:v>400</c:v>
                </c:pt>
                <c:pt idx="4">
                  <c:v>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不夠用（超出額度）</c:v>
                </c:pt>
              </c:strCache>
            </c:strRef>
          </c:tx>
          <c:spPr>
            <a:solidFill>
              <a:srgbClr val="C73E3E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500</c:v>
                </c:pt>
                <c:pt idx="1">
                  <c:v>300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用不完（閒置額度）</c:v>
                </c:pt>
              </c:strCache>
            </c:strRef>
          </c:tx>
          <c:spPr>
            <a:solidFill>
              <a:srgbClr val="B2D6C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icrosoft Jheng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500</c:v>
                </c:pt>
                <c:pt idx="3">
                  <c:v>600</c:v>
                </c:pt>
                <c:pt idx="4">
                  <c:v>400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icrosoft Jheng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D4856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</c:scaling>
        <c:delete val="0"/>
        <c:axPos val="l"/>
        <c:majorGridlines>
          <c:spPr>
            <a:ln w="9525" cap="flat">
              <a:solidFill>
                <a:srgbClr val="DDE5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17F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856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今天用幾分鐘說明為什麼要做共用額度池、它怎麼運作，以及大家要怎麼使用。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目前每人額度固定，只有一般 1,000 與重度 4,000 兩種方案，重度名額有限。超過方案額度就要另外提專案報告。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重點是額度綁在個人身上：有人不夠、有人用不完，而且每個月的需求都會變，目前又沒有機制能調度。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簡化的例子：5 個人額度都是 1,000。A 需要 1,500、B 需要 1,300，合計超出 800；C、D、E 合計還剩 1,500。總量其實夠，只是分配不對。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同樣 5 個人，把額度放進共用池：總額度 5,000、需求 4,300，A、B 不夠的部分由池內補上，大家都夠用。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簡單說：帳號進池子、科長開授權、你用 Launcher 取用。科長則在管理台看整體水位來調度。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系統畫面以中文為主，灰字的英文會出現在部分畫面或錯誤訊息裡，對照一下就好。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每次使用就是三步：啟動 Launcher、取得授權、選擇用 Codex CLI 或 VS Code。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最常被問的是帳號會不會被別人用、對自己有沒有影響，以及隱私：被授權者在獨立的地端環境執行 Codex，看不到你的 ChatGPT 雲端對話。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給所有 Codex 使用者的說明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32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共用額度池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讓每一分額度，用在最需要的地方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為什麼需要 ・ 運作方式 ・ 使用方式 ・ 常見問題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 Codex 額度制度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一般使用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1,000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每人固定額度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多數同仁的方案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3337560" cy="3108960"/>
          </a:xfrm>
          <a:prstGeom prst="roundRect">
            <a:avLst>
              <a:gd name="adj" fmla="val 3529"/>
            </a:avLst>
          </a:prstGeom>
          <a:solidFill>
            <a:srgbClr val="F8F0DA"/>
          </a:solidFill>
          <a:ln w="12700">
            <a:solidFill>
              <a:srgbClr val="F8F0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重度使用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68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4,000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每人固定額度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僅有部分名額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18120" y="2971800"/>
            <a:ext cx="548640" cy="548640"/>
          </a:xfrm>
          <a:prstGeom prst="rightArrow">
            <a:avLst/>
          </a:prstGeom>
          <a:solidFill>
            <a:srgbClr val="DDE5E0"/>
          </a:solidFill>
          <a:ln w="12700">
            <a:solidFill>
              <a:srgbClr val="DD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1691640"/>
            <a:ext cx="3090672" cy="3108960"/>
          </a:xfrm>
          <a:prstGeom prst="roundRect">
            <a:avLst>
              <a:gd name="adj" fmla="val 3550"/>
            </a:avLst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2396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73E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超過方案額度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4688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需另提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專案報告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流程需要時間，工作可能先停擺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方案是固定的，但每個人、每個月的需求並不固定。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分了兩級，還是常常對不上需求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C73E3E"/>
          </a:solidFill>
          <a:ln w="12700">
            <a:solidFill>
              <a:srgbClr val="C73E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057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有人不夠用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55117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任務一多，額度在月中就見底；要再加只能另提專案報告，工作先卡住。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057400"/>
            <a:ext cx="731520" cy="73152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2219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0" y="2057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有人用不完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55117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同一時間，也有人月底還剩一大半額度，卻沒辦法挪給需要的人。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297680"/>
            <a:ext cx="731520" cy="731520"/>
          </a:xfrm>
          <a:prstGeom prst="ellipse">
            <a:avLst/>
          </a:prstGeom>
          <a:solidFill>
            <a:srgbClr val="D4890F"/>
          </a:solidFill>
          <a:ln w="12700">
            <a:solidFill>
              <a:srgbClr val="D4890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4622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每個月複雜度不同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479145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上個月任務複雜、用量高，不代表下個月也一樣；固定方案追不上浮動需求。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297680"/>
            <a:ext cx="731520" cy="731520"/>
          </a:xfrm>
          <a:prstGeom prst="ellipse">
            <a:avLst/>
          </a:prstGeom>
          <a:solidFill>
            <a:srgbClr val="66717F"/>
          </a:solidFill>
          <a:ln w="12700">
            <a:solidFill>
              <a:srgbClr val="66717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46227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498080" y="4297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行內沒有調度機制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0" y="4791456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看不出誰快用完、誰還有餘裕，也無法在需要時重新分配。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各用各的：一邊停擺，一邊閒置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69164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個人，每人額度都是 1,000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28600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3E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97180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不夠用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29184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A、B 超出額度，工作停擺或另提專案報告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74904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1,500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43484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用不完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75488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C、D、E 月底還有剩，只能浪費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5303520"/>
            <a:ext cx="3502152" cy="822960"/>
          </a:xfrm>
          <a:prstGeom prst="roundRect">
            <a:avLst>
              <a:gd name="adj" fmla="val 133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104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閒置的 1,500 足以補上超出的 800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＊示意數字，非實際用量；圖表可直接在 PowerPoint 中編輯資料。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把額度放進同一個池子，依需要調度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 5 個人放進共用池（示意）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91672" cy="822960"/>
          </a:xfrm>
          <a:prstGeom prst="roundRect">
            <a:avLst>
              <a:gd name="adj" fmla="val 13333"/>
            </a:avLst>
          </a:prstGeom>
          <a:solidFill>
            <a:srgbClr val="EEF6F1"/>
          </a:solidFill>
          <a:ln w="19050">
            <a:solidFill>
              <a:srgbClr val="106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9538838" cy="822960"/>
          </a:xfrm>
          <a:prstGeom prst="roundRect">
            <a:avLst>
              <a:gd name="adj" fmla="val 13333"/>
            </a:avLst>
          </a:prstGeom>
          <a:solidFill>
            <a:srgbClr val="106B4B"/>
          </a:solidFill>
          <a:ln w="19050">
            <a:solidFill>
              <a:srgbClr val="106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人總需求 4,300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92608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合計額度 5,000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A、B 不夠的 800 由池內補上，所有人都夠用，還剩 700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3538728" cy="2286000"/>
          </a:xfrm>
          <a:prstGeom prst="roundRect">
            <a:avLst>
              <a:gd name="adj" fmla="val 48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額度發揮最大效益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閒置的額度支援正在趕工的人，整體用量更貼近總額度。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3749040"/>
            <a:ext cx="3538728" cy="2286000"/>
          </a:xfrm>
          <a:prstGeom prst="roundRect">
            <a:avLst>
              <a:gd name="adj" fmla="val 48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4023360"/>
            <a:ext cx="502920" cy="50292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943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科長有效管控用量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一個畫面看到每個帳號的使用率、剩餘額度與重置時間。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1584" y="3749040"/>
            <a:ext cx="3538728" cy="2286000"/>
          </a:xfrm>
          <a:prstGeom prst="roundRect">
            <a:avLst>
              <a:gd name="adj" fmla="val 48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4023360"/>
            <a:ext cx="502920" cy="50292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7590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4663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調度有依據、有紀錄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5120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誰在什麼期間用哪個帳號都有授權與紀錄，透明可追溯。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運作方式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三個步驟：從放進池子到取用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92424" cy="2743200"/>
          </a:xfrm>
          <a:prstGeom prst="roundRect">
            <a:avLst>
              <a:gd name="adj" fmla="val 40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帳號納入池子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每個人的 ChatGPT 帳號集中管理，帳號原主人稱為「擁有者」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50792" y="2926080"/>
            <a:ext cx="237744" cy="365760"/>
          </a:xfrm>
          <a:prstGeom prst="rightArrow">
            <a:avLst/>
          </a:prstGeom>
          <a:solidFill>
            <a:srgbClr val="B2D6C3"/>
          </a:solidFill>
          <a:ln w="12700">
            <a:solidFill>
              <a:srgbClr val="B2D6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8264" y="1737360"/>
            <a:ext cx="3392424" cy="2743200"/>
          </a:xfrm>
          <a:prstGeom prst="roundRect">
            <a:avLst>
              <a:gd name="adj" fmla="val 40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2011680"/>
            <a:ext cx="548640" cy="5486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74320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科長開授權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3246120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指定「哪個人 × 哪個帳號 × 什麼期間」，到期自動失效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0416" y="2926080"/>
            <a:ext cx="237744" cy="365760"/>
          </a:xfrm>
          <a:prstGeom prst="rightArrow">
            <a:avLst/>
          </a:prstGeom>
          <a:solidFill>
            <a:srgbClr val="B2D6C3"/>
          </a:solidFill>
          <a:ln w="12700">
            <a:solidFill>
              <a:srgbClr val="B2D6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1737360"/>
            <a:ext cx="3392424" cy="2743200"/>
          </a:xfrm>
          <a:prstGeom prst="roundRect">
            <a:avLst>
              <a:gd name="adj" fmla="val 4000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7928" y="2011680"/>
            <a:ext cx="548640" cy="5486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6792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67928" y="274320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Launcher 取用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67928" y="3246120"/>
            <a:ext cx="2752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你從 Launcher 啟動 Codex，系統記錄使用人員與時間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029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科長的管理台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4132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隨時看到每個帳號的使用率、剩餘額度、距額度重置時間與每日用量趨勢，快用完前就能先調度。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運作方式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會看到的名詞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 帳號</a:t>
            </a:r>
            <a:pPr indent="0" marL="0">
              <a:buNone/>
            </a:pPr>
            <a:r>
              <a:rPr lang="en-US" sz="12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Profile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放進池子的 Codex 帳號，各有自己的額度與重置週期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擁有者</a:t>
            </a:r>
            <a:pPr indent="0" marL="0">
              <a:buNone/>
            </a:pPr>
            <a:r>
              <a:rPr lang="en-US" sz="12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Owner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31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帳號原本的主人；帳號需要重新登入時由擁有者處理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310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pPr indent="0" marL="0">
              <a:buNone/>
            </a:pPr>
            <a:r>
              <a:rPr lang="en-US" sz="12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Person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登記在系統內的使用者，以電腦 IP 辨識身分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310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授權</a:t>
            </a:r>
            <a:pPr indent="0" marL="0">
              <a:buNone/>
            </a:pPr>
            <a:r>
              <a:rPr lang="en-US" sz="12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Grant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科長開給你的使用權：人 × 帳號 × 期間，可隨時撤銷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7731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使用紀錄</a:t>
            </a:r>
            <a:pPr indent="0" marL="0">
              <a:buNone/>
            </a:pPr>
            <a:r>
              <a:rPr lang="en-US" sz="12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Lease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每次從 Launcher 開始使用時建立，記錄使用人員與時間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0"/>
            <a:ext cx="5422392" cy="1280160"/>
          </a:xfrm>
          <a:prstGeom prst="roundRect">
            <a:avLst>
              <a:gd name="adj" fmla="val 8571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7731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5257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裝在你電腦上的啟動程式，用來取得授權並開啟 Codex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使用方式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開始使用的三個步驟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77240" cy="7772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1912239"/>
            <a:ext cx="427482" cy="4274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7260" y="2606040"/>
            <a:ext cx="0" cy="457200"/>
          </a:xfrm>
          <a:prstGeom prst="line">
            <a:avLst/>
          </a:prstGeom>
          <a:noFill/>
          <a:ln w="25400">
            <a:solidFill>
              <a:srgbClr val="B2D6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54480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啟動 Launcher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1762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開啟電腦上的 Launcher（Windows）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777240" cy="7772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19" y="3329559"/>
            <a:ext cx="427482" cy="42748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37260" y="4023360"/>
            <a:ext cx="0" cy="457200"/>
          </a:xfrm>
          <a:prstGeom prst="line">
            <a:avLst/>
          </a:prstGeom>
          <a:noFill/>
          <a:ln w="25400">
            <a:solidFill>
              <a:srgbClr val="B2D6C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554480" y="31729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取得授權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3593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Launcher 依科長開給你的授權，取得可用的帳號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4572000"/>
            <a:ext cx="777240" cy="777240"/>
          </a:xfrm>
          <a:prstGeom prst="ellipse">
            <a:avLst/>
          </a:prstGeom>
          <a:solidFill>
            <a:srgbClr val="106B4B"/>
          </a:solidFill>
          <a:ln w="12700">
            <a:solidFill>
              <a:srgbClr val="106B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" y="47468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5902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選擇 Codex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5010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依習慣選擇 Codex CLI 或 VS Code 開始使用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040880" y="1645920"/>
            <a:ext cx="4599432" cy="3657600"/>
          </a:xfrm>
          <a:prstGeom prst="roundRect">
            <a:avLst>
              <a:gd name="adj" fmla="val 3000"/>
            </a:avLst>
          </a:prstGeom>
          <a:solidFill>
            <a:srgbClr val="F3F6F4"/>
          </a:solidFill>
          <a:ln w="15875">
            <a:solidFill>
              <a:srgbClr val="DDE5E0"/>
            </a:solidFill>
            <a:prstDash val="dash"/>
          </a:ln>
        </p:spPr>
      </p:sp>
      <p:sp>
        <p:nvSpPr>
          <p:cNvPr id="20" name="Text 15"/>
          <p:cNvSpPr txBox="1"/>
          <p:nvPr/>
        </p:nvSpPr>
        <p:spPr>
          <a:xfrm>
            <a:off x="7040880" y="16459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此處放 Launcher 畫面截圖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040880" y="5532120"/>
            <a:ext cx="4599432" cy="457200"/>
          </a:xfrm>
          <a:prstGeom prst="roundRect">
            <a:avLst>
              <a:gd name="adj" fmla="val 16000"/>
            </a:avLst>
          </a:prstGeom>
          <a:solidFill>
            <a:srgbClr val="F8F0DA"/>
          </a:solidFill>
          <a:ln w="12700">
            <a:solidFill>
              <a:srgbClr val="C39A3A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7178040" y="553212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待補：Launcher 下載位置與安裝步驟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39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8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17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我的帳號放進池子，別人會用到嗎？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只有被科長授權的人才能使用。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我的帳號被授權後，對我有什麼影響？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僅額度供他人使用，其餘沒有影響。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別人會看到我的對話內容嗎？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886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不會。被授權者都在獨立環境、於地端執行 Codex，看不到你在 ChatGPT 雲端的對話訊息。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15468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用到一半 Codex 被停止了？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886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可能是授權到期或額度用完，請聯絡科長調度。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892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帳號顯示「需重新授權」？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帳號登入已過期，需由帳號擁有者重新登入。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4663440"/>
            <a:ext cx="5422392" cy="1325880"/>
          </a:xfrm>
          <a:prstGeom prst="roundRect">
            <a:avLst>
              <a:gd name="adj" fmla="val 8276"/>
            </a:avLst>
          </a:prstGeom>
          <a:solidFill>
            <a:srgbClr val="F3F6F4"/>
          </a:solidFill>
          <a:ln w="12700">
            <a:solidFill>
              <a:srgbClr val="F3F6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4892040"/>
            <a:ext cx="457200" cy="457200"/>
          </a:xfrm>
          <a:prstGeom prst="ellipse">
            <a:avLst/>
          </a:prstGeom>
          <a:solidFill>
            <a:srgbClr val="C39A3A"/>
          </a:solidFill>
          <a:ln w="12700">
            <a:solidFill>
              <a:srgbClr val="C39A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4892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tokens 數跟額度對不起來？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正常，兩者計價方式不同，額度以管理台的額度摘要為準。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32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有問題，隨時提出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6B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額度快不夠、IP 異動、帳號需要重新登入，都請直接找科長。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5943600" cy="548640"/>
          </a:xfrm>
          <a:prstGeom prst="roundRect">
            <a:avLst>
              <a:gd name="adj" fmla="val 13333"/>
            </a:avLst>
          </a:prstGeom>
          <a:solidFill>
            <a:srgbClr val="F8F0DA"/>
          </a:solidFill>
          <a:ln w="12700">
            <a:solidFill>
              <a:srgbClr val="C39A3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6868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8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待補：聯絡窗口（姓名／分機／信箱）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 共用額度池</dc:title>
  <dc:subject>PptxGenJS Presentation</dc:subject>
  <dc:creator>PptxGenJS</dc:creator>
  <cp:lastModifiedBy>PptxGenJS</cp:lastModifiedBy>
  <cp:revision>1</cp:revision>
  <dcterms:created xsi:type="dcterms:W3CDTF">2026-09-29T01:17:00Z</dcterms:created>
  <dcterms:modified xsi:type="dcterms:W3CDTF">2026-09-29T01:17:00Z</dcterms:modified>
</cp:coreProperties>
</file>