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階段一重點：Bible、PRD、SRS 三份文件經由 Skill 解析，產出帶有 REQ-ID 對應的測試案例與 RTM，並以風險評估決定 P0/P1/P2 優先級。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階段二重點：Test Case 轉為自動化腳本，資料與環境參數化，接入 CI/CD 重複執行並回寫 RTM。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階段一：文件轉換為 RTM 可追溯測試案例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Skill 自動解析需求文件，建立需求 ↔ 測試案例雙向追溯矩陣（RTM）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91840" cy="2880360"/>
          </a:xfrm>
          <a:prstGeom prst="roundRect">
            <a:avLst>
              <a:gd name="adj" fmla="val 3175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25400" dir="5400000">
              <a:srgbClr val="9AAFB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305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輸入文件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Bible：業務規則與領域知識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PRD：產品需求與使用情境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SRS：系統規格與驗收條件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291840" cy="2880360"/>
          </a:xfrm>
          <a:prstGeom prst="roundRect">
            <a:avLst>
              <a:gd name="adj" fmla="val 3175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25400" dir="5400000">
              <a:srgbClr val="9AAFB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1305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492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 轉換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788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需求拆解並標記 REQ-ID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產生測試步驟與預期結果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風險評估並標註優先級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1874520"/>
            <a:ext cx="3291840" cy="2880360"/>
          </a:xfrm>
          <a:prstGeom prst="roundRect">
            <a:avLst>
              <a:gd name="adj" fmla="val 3175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25400" dir="5400000">
              <a:srgbClr val="9AAFB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21305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354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輸出成果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41080" y="2788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Case 對應 REQ-ID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RTM 追溯矩陣、覆蓋率報告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缺口清單：未覆蓋需求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3113532"/>
            <a:ext cx="411480" cy="411480"/>
          </a:xfrm>
          <a:prstGeom prst="chevron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7818120" y="3113532"/>
            <a:ext cx="411480" cy="411480"/>
          </a:xfrm>
          <a:prstGeom prst="chevron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成果：每一條需求都可追溯到測試案例，並依風險決定測試深度與順序。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階段二：測試案例轉換為可重複執行腳本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Test Case 自動轉為自動化腳本，納入 CI/CD 持續回歸，結果回寫 RTM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腳本生成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21671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TC-ID 產出對應腳本（API / UI / 單元），保留需求標籤與斷言條件。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資料與環境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5844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測試資料參數化、環境設定外部化，同一份腳本可跨環境重複執行。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599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持續執行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50017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D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接入 CI/CD 觸發回歸，執行結果自動回寫 RTM 更新覆蓋率與缺陷連結。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0" y="1691640"/>
            <a:ext cx="475488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自動化執行迴圈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269480" y="2651760"/>
            <a:ext cx="146304" cy="146304"/>
          </a:xfrm>
          <a:prstGeom prst="ellipse">
            <a:avLst/>
          </a:prstGeom>
          <a:solidFill>
            <a:srgbClr val="4FC3C7"/>
          </a:solidFill>
          <a:ln/>
        </p:spPr>
      </p:sp>
      <p:sp>
        <p:nvSpPr>
          <p:cNvPr id="19" name="Shape 17"/>
          <p:cNvSpPr/>
          <p:nvPr/>
        </p:nvSpPr>
        <p:spPr>
          <a:xfrm>
            <a:off x="7342632" y="2798064"/>
            <a:ext cx="0" cy="420624"/>
          </a:xfrm>
          <a:prstGeom prst="line">
            <a:avLst/>
          </a:prstGeom>
          <a:noFill/>
          <a:ln w="19050">
            <a:solidFill>
              <a:srgbClr val="3E4A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5603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程式異動 Commit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69480" y="3218688"/>
            <a:ext cx="146304" cy="146304"/>
          </a:xfrm>
          <a:prstGeom prst="ellipse">
            <a:avLst/>
          </a:prstGeom>
          <a:solidFill>
            <a:srgbClr val="4FC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7342632" y="3364992"/>
            <a:ext cx="0" cy="420624"/>
          </a:xfrm>
          <a:prstGeom prst="line">
            <a:avLst/>
          </a:prstGeom>
          <a:noFill/>
          <a:ln w="19050">
            <a:solidFill>
              <a:srgbClr val="3E4A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31272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觸發腳本執行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3785616"/>
            <a:ext cx="146304" cy="146304"/>
          </a:xfrm>
          <a:prstGeom prst="ellipse">
            <a:avLst/>
          </a:prstGeom>
          <a:solidFill>
            <a:srgbClr val="4FC3C7"/>
          </a:solidFill>
          <a:ln/>
        </p:spPr>
      </p:sp>
      <p:sp>
        <p:nvSpPr>
          <p:cNvPr id="25" name="Shape 23"/>
          <p:cNvSpPr/>
          <p:nvPr/>
        </p:nvSpPr>
        <p:spPr>
          <a:xfrm>
            <a:off x="7342632" y="3931920"/>
            <a:ext cx="0" cy="420624"/>
          </a:xfrm>
          <a:prstGeom prst="line">
            <a:avLst/>
          </a:prstGeom>
          <a:noFill/>
          <a:ln w="19050">
            <a:solidFill>
              <a:srgbClr val="3E4A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36941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產出測試報告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69480" y="4352544"/>
            <a:ext cx="146304" cy="146304"/>
          </a:xfrm>
          <a:prstGeom prst="ellipse">
            <a:avLst/>
          </a:prstGeom>
          <a:solidFill>
            <a:srgbClr val="4FC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7342632" y="4498848"/>
            <a:ext cx="0" cy="420624"/>
          </a:xfrm>
          <a:prstGeom prst="line">
            <a:avLst/>
          </a:prstGeom>
          <a:noFill/>
          <a:ln w="19050">
            <a:solidFill>
              <a:srgbClr val="3E4A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42611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回寫 RTM 覆蓋率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69480" y="4919472"/>
            <a:ext cx="146304" cy="146304"/>
          </a:xfrm>
          <a:prstGeom prst="ellipse">
            <a:avLst/>
          </a:prstGeom>
          <a:solidFill>
            <a:srgbClr val="4FC3C7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48280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缺陷回饋修正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5349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每次執行皆為同一基準，結果可比對、可追溯、可稽核。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806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成果：測試從一次性文件轉為可重複資產，回歸成本大幅下降。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2026-08-17T06:00:39Z</dcterms:created>
  <dcterms:modified xsi:type="dcterms:W3CDTF">2026-08-17T06:00:39Z</dcterms:modified>
</cp:coreProperties>
</file>