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840480"/>
            <a:ext cx="4937760" cy="4937760"/>
          </a:xfrm>
          <a:prstGeom prst="ellipse">
            <a:avLst/>
          </a:prstGeom>
          <a:solidFill>
            <a:srgbClr val="0B7A4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937760"/>
            <a:ext cx="2926080" cy="2926080"/>
          </a:xfrm>
          <a:prstGeom prst="ellipse">
            <a:avLst/>
          </a:prstGeom>
          <a:solidFill>
            <a:srgbClr val="1F8F55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DE8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部門技術評估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Codex Credential 共享工具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DE8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架構 · 下一步 · 風險與成本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41248" y="4023360"/>
            <a:ext cx="3108960" cy="0"/>
          </a:xfrm>
          <a:prstGeom prst="line">
            <a:avLst/>
          </a:prstGeom>
          <a:noFill/>
          <a:ln w="25400">
            <a:solidFill>
              <a:srgbClr val="7FC49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C4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報告日期：2026-09-04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整體架構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11247120" cy="46863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憑證即 auth.json（含存取／更新 Token），集中於伺服器控管。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下一步：易用性與管理辦法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813564"/>
            <a:ext cx="28803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9050">
            <a:solidFill>
              <a:srgbClr val="006A38"/>
            </a:solidFill>
          </a:ln>
        </p:spPr>
      </p:sp>
      <p:sp>
        <p:nvSpPr>
          <p:cNvPr id="5" name="Shape 3"/>
          <p:cNvSpPr/>
          <p:nvPr/>
        </p:nvSpPr>
        <p:spPr>
          <a:xfrm>
            <a:off x="1623060" y="3133604"/>
            <a:ext cx="914400" cy="914400"/>
          </a:xfrm>
          <a:prstGeom prst="ellipse">
            <a:avLst/>
          </a:prstGeom>
          <a:solidFill>
            <a:srgbClr val="009B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2516" y="3371348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418516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現有核心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596644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3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憑證池集中儲存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3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下載並覆蓋本機檔案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75888" y="3819404"/>
            <a:ext cx="566928" cy="502920"/>
          </a:xfrm>
          <a:prstGeom prst="rightArrow">
            <a:avLst/>
          </a:prstGeom>
          <a:solidFill>
            <a:srgbClr val="006A3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401568" y="3407924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延伸建置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34840" y="1965960"/>
            <a:ext cx="7086600" cy="4209808"/>
          </a:xfrm>
          <a:prstGeom prst="roundRect">
            <a:avLst>
              <a:gd name="adj" fmla="val 2254"/>
            </a:avLst>
          </a:prstGeom>
          <a:solidFill>
            <a:srgbClr val="F6F8F7"/>
          </a:solidFill>
          <a:ln w="19050">
            <a:solidFill>
              <a:srgbClr val="CFE3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09160" y="2167128"/>
            <a:ext cx="6537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本次投入範圍：易用性 ＋ 控管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4709160" y="4395768"/>
            <a:ext cx="6537960" cy="7400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10328" y="4473160"/>
            <a:ext cx="585216" cy="585216"/>
          </a:xfrm>
          <a:prstGeom prst="ellipse">
            <a:avLst/>
          </a:prstGeom>
          <a:solidFill>
            <a:srgbClr val="006A3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336" y="4631168"/>
            <a:ext cx="269199" cy="26919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41848" y="4495768"/>
            <a:ext cx="54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存取授權與審核</a:t>
            </a:r>
            <a:endParaRPr lang="en-US" sz="1550" dirty="0"/>
          </a:p>
        </p:txBody>
      </p:sp>
      <p:sp>
        <p:nvSpPr>
          <p:cNvPr id="17" name="Text 13"/>
          <p:cNvSpPr txBox="1"/>
          <p:nvPr/>
        </p:nvSpPr>
        <p:spPr>
          <a:xfrm>
            <a:off x="5641848" y="4795768"/>
            <a:ext cx="54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誰能下載誰的憑證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709160" y="3555768"/>
            <a:ext cx="6537960" cy="7400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910328" y="3633160"/>
            <a:ext cx="585216" cy="585216"/>
          </a:xfrm>
          <a:prstGeom prst="ellipse">
            <a:avLst/>
          </a:prstGeom>
          <a:solidFill>
            <a:srgbClr val="006A3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336" y="3791168"/>
            <a:ext cx="269199" cy="26919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641848" y="3655768"/>
            <a:ext cx="54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使用狀況檢視</a:t>
            </a:r>
            <a:endParaRPr lang="en-US" sz="1550" dirty="0"/>
          </a:p>
        </p:txBody>
      </p:sp>
      <p:sp>
        <p:nvSpPr>
          <p:cNvPr id="22" name="Text 17"/>
          <p:cNvSpPr txBox="1"/>
          <p:nvPr/>
        </p:nvSpPr>
        <p:spPr>
          <a:xfrm>
            <a:off x="5641848" y="3955768"/>
            <a:ext cx="54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主管可查看所有人使用狀況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709160" y="5235768"/>
            <a:ext cx="6537960" cy="7400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910328" y="5313160"/>
            <a:ext cx="585216" cy="585216"/>
          </a:xfrm>
          <a:prstGeom prst="ellipse">
            <a:avLst/>
          </a:prstGeom>
          <a:solidFill>
            <a:srgbClr val="006A38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336" y="5471168"/>
            <a:ext cx="269199" cy="269199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641848" y="5335768"/>
            <a:ext cx="54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稽核紀錄</a:t>
            </a:r>
            <a:endParaRPr lang="en-US" sz="1550" dirty="0"/>
          </a:p>
        </p:txBody>
      </p:sp>
      <p:sp>
        <p:nvSpPr>
          <p:cNvPr id="27" name="Text 21"/>
          <p:cNvSpPr txBox="1"/>
          <p:nvPr/>
        </p:nvSpPr>
        <p:spPr>
          <a:xfrm>
            <a:off x="5641848" y="5635768"/>
            <a:ext cx="54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下載／使用可追溯</a:t>
            </a:r>
            <a:endParaRPr lang="en-US" sz="1200" dirty="0"/>
          </a:p>
        </p:txBody>
      </p:sp>
      <p:sp>
        <p:nvSpPr>
          <p:cNvPr id="31" name="Shape 30"/>
          <p:cNvSpPr/>
          <p:nvPr/>
        </p:nvSpPr>
        <p:spPr>
          <a:xfrm>
            <a:off x="4709160" y="2715768"/>
            <a:ext cx="6537960" cy="7400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32" name="Shape 31"/>
          <p:cNvSpPr/>
          <p:nvPr/>
        </p:nvSpPr>
        <p:spPr>
          <a:xfrm>
            <a:off x="4910328" y="2793160"/>
            <a:ext cx="585216" cy="585216"/>
          </a:xfrm>
          <a:prstGeom prst="ellipse">
            <a:avLst/>
          </a:prstGeom>
          <a:solidFill>
            <a:srgbClr val="006A38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8336" y="2951168"/>
            <a:ext cx="269199" cy="269199"/>
          </a:xfrm>
          <a:prstGeom prst="rect">
            <a:avLst/>
          </a:prstGeom>
        </p:spPr>
      </p:pic>
      <p:sp>
        <p:nvSpPr>
          <p:cNvPr id="34" name="Text 32"/>
          <p:cNvSpPr txBox="1"/>
          <p:nvPr/>
        </p:nvSpPr>
        <p:spPr>
          <a:xfrm>
            <a:off x="5641848" y="2815768"/>
            <a:ext cx="54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一鍵切換身分</a:t>
            </a:r>
            <a:endParaRPr lang="en-US" sz="1550" dirty="0"/>
          </a:p>
        </p:txBody>
      </p:sp>
      <p:sp>
        <p:nvSpPr>
          <p:cNvPr id="35" name="Text 33"/>
          <p:cNvSpPr txBox="1"/>
          <p:nvPr/>
        </p:nvSpPr>
        <p:spPr>
          <a:xfrm>
            <a:off x="5641848" y="3115768"/>
            <a:ext cx="54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3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免手動覆蓋檔案，提升易用性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主要風險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58744"/>
            <a:ext cx="2441967" cy="1330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520440" y="1984248"/>
            <a:ext cx="76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訊息可見性不對等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3520440" y="2441448"/>
            <a:ext cx="768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切換身分後看不到他人 Codex 訊息，但 ChatGPT 對話紀錄仍可見（Desktop 已整合 Codex），存在外洩風險。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392424"/>
            <a:ext cx="108813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468088"/>
            <a:ext cx="2441967" cy="13300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3593592"/>
            <a:ext cx="76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憑證無法回收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4050792"/>
            <a:ext cx="768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auth.json 下載後即存於本機，無回收機制；離職或撤權後仍可繼續使用。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01768"/>
            <a:ext cx="108813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077432"/>
            <a:ext cx="2441967" cy="13300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520440" y="5202936"/>
            <a:ext cx="76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非正規作法：合規與聲譽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3520440" y="5660136"/>
            <a:ext cx="768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屬非官方做法；不認同的同事可能向上投訴或對外揭露，波及部門與公司。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平台化的成本</a:t>
            </a:r>
            <a:endParaRPr lang="en-US" sz="3400" dirty="0"/>
          </a:p>
        </p:txBody>
      </p:sp>
      <p:sp>
        <p:nvSpPr>
          <p:cNvPr id="21" name="Card 0"/>
          <p:cNvSpPr/>
          <p:nvPr/>
        </p:nvSpPr>
        <p:spPr>
          <a:xfrm>
            <a:off x="640080" y="1783080"/>
            <a:ext cx="108813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22" name="Circle 0"/>
          <p:cNvSpPr/>
          <p:nvPr/>
        </p:nvSpPr>
        <p:spPr>
          <a:xfrm>
            <a:off x="1005840" y="2066544"/>
            <a:ext cx="914400" cy="914400"/>
          </a:xfrm>
          <a:prstGeom prst="ellipse">
            <a:avLst/>
          </a:prstGeom>
          <a:solidFill>
            <a:srgbClr val="006A38"/>
          </a:solidFill>
          <a:ln/>
        </p:spPr>
      </p:sp>
      <p:pic>
        <p:nvPicPr>
          <p:cNvPr id="23" name="Icon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2313432"/>
            <a:ext cx="420624" cy="420624"/>
          </a:xfrm>
          <a:prstGeom prst="rect">
            <a:avLst/>
          </a:prstGeom>
        </p:spPr>
      </p:pic>
      <p:sp>
        <p:nvSpPr>
          <p:cNvPr id="24" name="Title 0"/>
          <p:cNvSpPr txBox="1"/>
          <p:nvPr/>
        </p:nvSpPr>
        <p:spPr>
          <a:xfrm>
            <a:off x="2286000" y="1984248"/>
            <a:ext cx="8823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開發成本</a:t>
            </a:r>
            <a:endParaRPr lang="en-US" sz="1900" dirty="0"/>
          </a:p>
        </p:txBody>
      </p:sp>
      <p:sp>
        <p:nvSpPr>
          <p:cNvPr id="25" name="Body 0"/>
          <p:cNvSpPr txBox="1"/>
          <p:nvPr/>
        </p:nvSpPr>
        <p:spPr>
          <a:xfrm>
            <a:off x="2286000" y="2441448"/>
            <a:ext cx="8823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登入頁、後端 Token 交換、伺服器與四個管理模組。</a:t>
            </a:r>
            <a:endParaRPr lang="en-US" sz="1300" dirty="0"/>
          </a:p>
        </p:txBody>
      </p:sp>
      <p:sp>
        <p:nvSpPr>
          <p:cNvPr id="26" name="Card 1"/>
          <p:cNvSpPr/>
          <p:nvPr/>
        </p:nvSpPr>
        <p:spPr>
          <a:xfrm>
            <a:off x="640080" y="3392424"/>
            <a:ext cx="108813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27" name="Circle 1"/>
          <p:cNvSpPr/>
          <p:nvPr/>
        </p:nvSpPr>
        <p:spPr>
          <a:xfrm>
            <a:off x="1005840" y="3675888"/>
            <a:ext cx="914400" cy="914400"/>
          </a:xfrm>
          <a:prstGeom prst="ellipse">
            <a:avLst/>
          </a:prstGeom>
          <a:solidFill>
            <a:srgbClr val="006A38"/>
          </a:solidFill>
          <a:ln/>
        </p:spPr>
      </p:sp>
      <p:pic>
        <p:nvPicPr>
          <p:cNvPr id="28" name="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3922776"/>
            <a:ext cx="420624" cy="420624"/>
          </a:xfrm>
          <a:prstGeom prst="rect">
            <a:avLst/>
          </a:prstGeom>
        </p:spPr>
      </p:pic>
      <p:sp>
        <p:nvSpPr>
          <p:cNvPr id="29" name="Title 1"/>
          <p:cNvSpPr txBox="1"/>
          <p:nvPr/>
        </p:nvSpPr>
        <p:spPr>
          <a:xfrm>
            <a:off x="2286000" y="3593592"/>
            <a:ext cx="8823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維護成本</a:t>
            </a:r>
            <a:endParaRPr lang="en-US" sz="1900" dirty="0"/>
          </a:p>
        </p:txBody>
      </p:sp>
      <p:sp>
        <p:nvSpPr>
          <p:cNvPr id="30" name="Body 1"/>
          <p:cNvSpPr txBox="1"/>
          <p:nvPr/>
        </p:nvSpPr>
        <p:spPr>
          <a:xfrm>
            <a:off x="2286000" y="4050792"/>
            <a:ext cx="8823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 OAuth 一改即可能失效，需長期跟進與維運。</a:t>
            </a:r>
            <a:endParaRPr lang="en-US" sz="1300" dirty="0"/>
          </a:p>
        </p:txBody>
      </p:sp>
      <p:sp>
        <p:nvSpPr>
          <p:cNvPr id="31" name="Card 2"/>
          <p:cNvSpPr/>
          <p:nvPr/>
        </p:nvSpPr>
        <p:spPr>
          <a:xfrm>
            <a:off x="640080" y="5001768"/>
            <a:ext cx="108813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1005840" y="5285232"/>
            <a:ext cx="914400" cy="914400"/>
          </a:xfrm>
          <a:prstGeom prst="ellipse">
            <a:avLst/>
          </a:prstGeom>
          <a:solidFill>
            <a:srgbClr val="006A38"/>
          </a:solidFill>
          <a:ln/>
        </p:spPr>
      </p:sp>
      <p:pic>
        <p:nvPicPr>
          <p:cNvPr id="33" name="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5532120"/>
            <a:ext cx="420624" cy="420624"/>
          </a:xfrm>
          <a:prstGeom prst="rect">
            <a:avLst/>
          </a:prstGeom>
        </p:spPr>
      </p:pic>
      <p:sp>
        <p:nvSpPr>
          <p:cNvPr id="34" name="Title 2"/>
          <p:cNvSpPr txBox="1"/>
          <p:nvPr/>
        </p:nvSpPr>
        <p:spPr>
          <a:xfrm>
            <a:off x="2286000" y="5202936"/>
            <a:ext cx="8823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治理配套</a:t>
            </a:r>
            <a:endParaRPr lang="en-US" sz="1900" dirty="0"/>
          </a:p>
        </p:txBody>
      </p:sp>
      <p:sp>
        <p:nvSpPr>
          <p:cNvPr id="35" name="Body 2"/>
          <p:cNvSpPr txBox="1"/>
          <p:nvPr/>
        </p:nvSpPr>
        <p:spPr>
          <a:xfrm>
            <a:off x="2286000" y="5660136"/>
            <a:ext cx="8823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0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辦法、審核、稽核與責任歸屬，需持續投入人力。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2026-09-04T07:36:45Z</dcterms:created>
  <dcterms:modified xsi:type="dcterms:W3CDTF">2026-09-04T07:36:45Z</dcterms:modified>
</cp:coreProperties>
</file>