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99"/>
    <p:sldId id="262" r:id="rId98"/>
    <p:sldId id="260" r:id="rId6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99" Type="http://schemas.openxmlformats.org/officeDocument/2006/relationships/slide" Target="slides/slide6.xml"/><Relationship Id="rId9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4937760" cy="4937760"/>
          </a:xfrm>
          <a:prstGeom prst="ellipse">
            <a:avLst/>
          </a:prstGeom>
          <a:solidFill>
            <a:srgbClr val="0B7A4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937760"/>
            <a:ext cx="2926080" cy="2926080"/>
          </a:xfrm>
          <a:prstGeom prst="ellipse">
            <a:avLst/>
          </a:prstGeom>
          <a:solidFill>
            <a:srgbClr val="1F8F55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DE8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部門技術評估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Credential 共享工具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8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 · 下一步 · 風險與成本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4023360"/>
            <a:ext cx="3108960" cy="0"/>
          </a:xfrm>
          <a:prstGeom prst="line">
            <a:avLst/>
          </a:prstGeom>
          <a:noFill/>
          <a:ln w="25400">
            <a:solidFill>
              <a:srgbClr val="7FC4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C4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報告日期：2026-09-04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憑證即 auth.json（含存取／更新 Token），集中於伺服器控管。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下一步：易用性與管理辦法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13564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006A38"/>
            </a:solidFill>
          </a:ln>
        </p:spPr>
      </p:sp>
      <p:sp>
        <p:nvSpPr>
          <p:cNvPr id="5" name="Shape 3"/>
          <p:cNvSpPr/>
          <p:nvPr/>
        </p:nvSpPr>
        <p:spPr>
          <a:xfrm>
            <a:off x="1623060" y="3133604"/>
            <a:ext cx="914400" cy="914400"/>
          </a:xfrm>
          <a:prstGeom prst="ellipse">
            <a:avLst/>
          </a:prstGeom>
          <a:solidFill>
            <a:srgbClr val="009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516" y="3371348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18516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現有核心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9664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憑證池集中儲存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下載並覆蓋本機檔案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75888" y="3819404"/>
            <a:ext cx="566928" cy="502920"/>
          </a:xfrm>
          <a:prstGeom prst="rightArrow">
            <a:avLst/>
          </a:prstGeom>
          <a:solidFill>
            <a:srgbClr val="006A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01568" y="3407924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延伸建置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965960"/>
            <a:ext cx="7086600" cy="4209808"/>
          </a:xfrm>
          <a:prstGeom prst="roundRect">
            <a:avLst>
              <a:gd name="adj" fmla="val 2254"/>
            </a:avLst>
          </a:prstGeom>
          <a:solidFill>
            <a:srgbClr val="F6F8F7"/>
          </a:solidFill>
          <a:ln w="19050">
            <a:solidFill>
              <a:srgbClr val="CFE3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9160" y="2167128"/>
            <a:ext cx="653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本次投入範圍：易用性 ＋ 控管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709160" y="439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0328" y="447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336" y="4631168"/>
            <a:ext cx="269199" cy="26919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41848" y="449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存取授權與審核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641848" y="479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誰能下載誰的憑證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09160" y="355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10328" y="363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336" y="3791168"/>
            <a:ext cx="269199" cy="26919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41848" y="365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使用狀況檢視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5641848" y="395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主管可查看所有人使用狀況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523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10328" y="531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336" y="5471168"/>
            <a:ext cx="269199" cy="26919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41848" y="533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稽核紀錄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5641848" y="563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下載／使用可追溯</a:t>
            </a:r>
            <a:endParaRPr lang="en-US" sz="1200" dirty="0"/>
          </a:p>
        </p:txBody>
      </p:sp>
      <p:sp>
        <p:nvSpPr>
          <p:cNvPr id="31" name="Shape 30"/>
          <p:cNvSpPr/>
          <p:nvPr/>
        </p:nvSpPr>
        <p:spPr>
          <a:xfrm>
            <a:off x="4709160" y="271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32" name="Shape 31"/>
          <p:cNvSpPr/>
          <p:nvPr/>
        </p:nvSpPr>
        <p:spPr>
          <a:xfrm>
            <a:off x="4910328" y="279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336" y="2951168"/>
            <a:ext cx="269199" cy="269199"/>
          </a:xfrm>
          <a:prstGeom prst="rect">
            <a:avLst/>
          </a:prstGeom>
        </p:spPr>
      </p:pic>
      <p:sp>
        <p:nvSpPr>
          <p:cNvPr id="34" name="Text 32"/>
          <p:cNvSpPr txBox="1"/>
          <p:nvPr/>
        </p:nvSpPr>
        <p:spPr>
          <a:xfrm>
            <a:off x="5641848" y="281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一鍵切換身分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5641848" y="311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免手動覆蓋檔案，提升易用性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8744"/>
            <a:ext cx="2441967" cy="1330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20440" y="1984248"/>
            <a:ext cx="76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資訊外洩風險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2441448"/>
            <a:ext cx="768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切換身分後看不到他人 Codex 訊息，但 ChatGPT 對話紀錄仍可見（Desktop 已整合 Codex），存在外洩風險。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92424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68088"/>
            <a:ext cx="2441967" cy="1330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593592"/>
            <a:ext cx="76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憑證無法回收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4050792"/>
            <a:ext cx="768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auth.json 下載後即存於本機，無回收機制；離職或撤權後仍可繼續使用。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01768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77432"/>
            <a:ext cx="2441967" cy="13300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20440" y="5202936"/>
            <a:ext cx="76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非正規作法：合規與聲譽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5660136"/>
            <a:ext cx="768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屬非官方做法；不認同的同事可能向上投訴或對外揭露，波及部門與公司。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平台化的成本</a:t>
            </a:r>
            <a:endParaRPr lang="en-US" sz="3400" dirty="0"/>
          </a:p>
        </p:txBody>
      </p:sp>
      <p:sp>
        <p:nvSpPr>
          <p:cNvPr id="21" name="Card 0"/>
          <p:cNvSpPr/>
          <p:nvPr/>
        </p:nvSpPr>
        <p:spPr>
          <a:xfrm>
            <a:off x="640080" y="1783080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2" name="Circle 0"/>
          <p:cNvSpPr/>
          <p:nvPr/>
        </p:nvSpPr>
        <p:spPr>
          <a:xfrm>
            <a:off x="1005840" y="2066544"/>
            <a:ext cx="914400" cy="914400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3" name="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13432"/>
            <a:ext cx="420624" cy="420624"/>
          </a:xfrm>
          <a:prstGeom prst="rect">
            <a:avLst/>
          </a:prstGeom>
        </p:spPr>
      </p:pic>
      <p:sp>
        <p:nvSpPr>
          <p:cNvPr id="24" name="Title 0"/>
          <p:cNvSpPr txBox="1"/>
          <p:nvPr/>
        </p:nvSpPr>
        <p:spPr>
          <a:xfrm>
            <a:off x="2286000" y="1984248"/>
            <a:ext cx="8823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開發成本</a:t>
            </a:r>
            <a:endParaRPr lang="en-US" sz="1900" dirty="0"/>
          </a:p>
        </p:txBody>
      </p:sp>
      <p:sp>
        <p:nvSpPr>
          <p:cNvPr id="25" name="Body 0"/>
          <p:cNvSpPr txBox="1"/>
          <p:nvPr/>
        </p:nvSpPr>
        <p:spPr>
          <a:xfrm>
            <a:off x="2286000" y="2441448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登入頁、後端 Token 交換、伺服器與四個管理模組。</a:t>
            </a:r>
            <a:endParaRPr lang="en-US" sz="1300" dirty="0"/>
          </a:p>
        </p:txBody>
      </p:sp>
      <p:sp>
        <p:nvSpPr>
          <p:cNvPr id="26" name="Card 1"/>
          <p:cNvSpPr/>
          <p:nvPr/>
        </p:nvSpPr>
        <p:spPr>
          <a:xfrm>
            <a:off x="640080" y="3392424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7" name="Circle 1"/>
          <p:cNvSpPr/>
          <p:nvPr/>
        </p:nvSpPr>
        <p:spPr>
          <a:xfrm>
            <a:off x="1005840" y="3675888"/>
            <a:ext cx="914400" cy="914400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8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922776"/>
            <a:ext cx="420624" cy="420624"/>
          </a:xfrm>
          <a:prstGeom prst="rect">
            <a:avLst/>
          </a:prstGeom>
        </p:spPr>
      </p:pic>
      <p:sp>
        <p:nvSpPr>
          <p:cNvPr id="29" name="Title 1"/>
          <p:cNvSpPr txBox="1"/>
          <p:nvPr/>
        </p:nvSpPr>
        <p:spPr>
          <a:xfrm>
            <a:off x="2286000" y="3593592"/>
            <a:ext cx="8823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維護成本</a:t>
            </a:r>
            <a:endParaRPr lang="en-US" sz="1900" dirty="0"/>
          </a:p>
        </p:txBody>
      </p:sp>
      <p:sp>
        <p:nvSpPr>
          <p:cNvPr id="30" name="Body 1"/>
          <p:cNvSpPr txBox="1"/>
          <p:nvPr/>
        </p:nvSpPr>
        <p:spPr>
          <a:xfrm>
            <a:off x="2286000" y="4050792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 OAuth 一改即可能失效，需長期跟進與維運。</a:t>
            </a:r>
            <a:endParaRPr lang="en-US" sz="1300" dirty="0"/>
          </a:p>
        </p:txBody>
      </p:sp>
      <p:sp>
        <p:nvSpPr>
          <p:cNvPr id="31" name="Card 2"/>
          <p:cNvSpPr/>
          <p:nvPr/>
        </p:nvSpPr>
        <p:spPr>
          <a:xfrm>
            <a:off x="640080" y="5001768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1005840" y="5285232"/>
            <a:ext cx="914400" cy="914400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33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5532120"/>
            <a:ext cx="420624" cy="420624"/>
          </a:xfrm>
          <a:prstGeom prst="rect">
            <a:avLst/>
          </a:prstGeom>
        </p:spPr>
      </p:pic>
      <p:sp>
        <p:nvSpPr>
          <p:cNvPr id="34" name="Title 2"/>
          <p:cNvSpPr txBox="1"/>
          <p:nvPr/>
        </p:nvSpPr>
        <p:spPr>
          <a:xfrm>
            <a:off x="2286000" y="5202936"/>
            <a:ext cx="8823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治理配套</a:t>
            </a:r>
            <a:endParaRPr lang="en-US" sz="1900" dirty="0"/>
          </a:p>
        </p:txBody>
      </p:sp>
      <p:sp>
        <p:nvSpPr>
          <p:cNvPr id="35" name="Body 2"/>
          <p:cNvSpPr txBox="1"/>
          <p:nvPr/>
        </p:nvSpPr>
        <p:spPr>
          <a:xfrm>
            <a:off x="2286000" y="5660136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辦法、審核、稽核與責任歸屬，需持續投入人力。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風險對應：預計嘗試方案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48744"/>
            <a:ext cx="1744262" cy="950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0" y="2295144"/>
            <a:ext cx="24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資訊外洩風險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392424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8088"/>
            <a:ext cx="1744262" cy="950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3904488"/>
            <a:ext cx="24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憑證無法回收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40080" y="5001768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67432"/>
            <a:ext cx="1744262" cy="9500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43200" y="5513832"/>
            <a:ext cx="24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非正規作法：合規與聲譽</a:t>
            </a:r>
            <a:endParaRPr lang="en-US" sz="1700" dirty="0"/>
          </a:p>
        </p:txBody>
      </p:sp>
      <p:sp>
        <p:nvSpPr>
          <p:cNvPr id="41" name="Sol 0"/>
          <p:cNvSpPr/>
          <p:nvPr/>
        </p:nvSpPr>
        <p:spPr>
          <a:xfrm>
            <a:off x="5303520" y="1965960"/>
            <a:ext cx="5989320" cy="1115568"/>
          </a:xfrm>
          <a:prstGeom prst="roundRect">
            <a:avLst>
              <a:gd name="adj" fmla="val 3704"/>
            </a:avLst>
          </a:prstGeom>
          <a:solidFill>
            <a:srgbClr val="EEF6F0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42" name="SolT 0"/>
          <p:cNvSpPr txBox="1"/>
          <p:nvPr/>
        </p:nvSpPr>
        <p:spPr>
          <a:xfrm>
            <a:off x="5532120" y="2043080"/>
            <a:ext cx="5532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方案：暫時目錄隔離</a:t>
            </a:r>
            <a:endParaRPr lang="en-US" sz="1500" dirty="0"/>
          </a:p>
        </p:txBody>
      </p:sp>
      <p:sp>
        <p:nvSpPr>
          <p:cNvPr id="43" name="SolB 0"/>
          <p:cNvSpPr txBox="1"/>
          <p:nvPr/>
        </p:nvSpPr>
        <p:spPr>
          <a:xfrm>
            <a:off x="5532120" y="2463080"/>
            <a:ext cx="55321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改在獨立的暫時目錄執行，與個人的 ChatGPT Desktop App 完全分開，不會看到別人雲端上的 ChatGPT 對話內容。</a:t>
            </a:r>
            <a:endParaRPr lang="en-US" sz="1300" dirty="0"/>
          </a:p>
        </p:txBody>
      </p:sp>
      <p:sp>
        <p:nvSpPr>
          <p:cNvPr id="44" name="Sol 1"/>
          <p:cNvSpPr/>
          <p:nvPr/>
        </p:nvSpPr>
        <p:spPr>
          <a:xfrm>
            <a:off x="5303520" y="3575304"/>
            <a:ext cx="5989320" cy="1115568"/>
          </a:xfrm>
          <a:prstGeom prst="roundRect">
            <a:avLst>
              <a:gd name="adj" fmla="val 3704"/>
            </a:avLst>
          </a:prstGeom>
          <a:solidFill>
            <a:srgbClr val="EEF6F0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45" name="SolT 1"/>
          <p:cNvSpPr txBox="1"/>
          <p:nvPr/>
        </p:nvSpPr>
        <p:spPr>
          <a:xfrm>
            <a:off x="5532120" y="3652424"/>
            <a:ext cx="5532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方案：免安裝應用程式（Windows）</a:t>
            </a:r>
            <a:endParaRPr lang="en-US" sz="1500" dirty="0"/>
          </a:p>
        </p:txBody>
      </p:sp>
      <p:sp>
        <p:nvSpPr>
          <p:cNvPr id="46" name="SolB 1"/>
          <p:cNvSpPr txBox="1"/>
          <p:nvPr/>
        </p:nvSpPr>
        <p:spPr>
          <a:xfrm>
            <a:off x="5532120" y="4072424"/>
            <a:ext cx="55321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以免安裝應用程式開啟 Codex CLI／VS Code，授權時間結束後自動刪除憑證。</a:t>
            </a:r>
            <a:endParaRPr lang="en-US" sz="1300" dirty="0"/>
          </a:p>
        </p:txBody>
      </p:sp>
      <p:sp>
        <p:nvSpPr>
          <p:cNvPr id="47" name="Sol 2"/>
          <p:cNvSpPr/>
          <p:nvPr/>
        </p:nvSpPr>
        <p:spPr>
          <a:xfrm>
            <a:off x="5303520" y="5184648"/>
            <a:ext cx="5989320" cy="1115568"/>
          </a:xfrm>
          <a:prstGeom prst="roundRect">
            <a:avLst>
              <a:gd name="adj" fmla="val 3704"/>
            </a:avLst>
          </a:prstGeom>
          <a:solidFill>
            <a:srgbClr val="EEF6F0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48" name="SolT 2"/>
          <p:cNvSpPr txBox="1"/>
          <p:nvPr/>
        </p:nvSpPr>
        <p:spPr>
          <a:xfrm>
            <a:off x="5532120" y="5261768"/>
            <a:ext cx="5532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方案：自願共享</a:t>
            </a:r>
            <a:endParaRPr lang="en-US" sz="1500" dirty="0"/>
          </a:p>
        </p:txBody>
      </p:sp>
      <p:sp>
        <p:nvSpPr>
          <p:cNvPr id="49" name="SolB 2"/>
          <p:cNvSpPr txBox="1"/>
          <p:nvPr/>
        </p:nvSpPr>
        <p:spPr>
          <a:xfrm>
            <a:off x="5532120" y="5681768"/>
            <a:ext cx="55321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以專案為單位，成員間協調，將 Token 使用最大化。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解決方案架構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憑證以加密內容經免安裝應用程式與後端同步，並於暫時目錄啟動 Codex CLI／VS Code；授權到期自動刪除。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2026-09-04T07:36:45Z</dcterms:created>
  <dcterms:modified xsi:type="dcterms:W3CDTF">2026-09-04T07:36:45Z</dcterms:modified>
</cp:coreProperties>
</file>