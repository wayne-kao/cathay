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重點一句話：OAuth 讓 AI 工具拿「通行證」，而不是拿「密碼」。三個理由：一、這是 MCP 官方規範指定的身分驗證標準，Claude、ChatGPT、Gemini 都照這套標準來連線，自訂的驗證方式它們接不上。二、只要建置一次，所有符合標準的 AI 工具都能直接使用，不必逐家客製；未來 Web、APP、API 等內部系統之間，也能共用這台 OAuth Server 驗證身分，不再各自處理帳號密碼。三、使用者的統編、帳號、密碼只在 OAuth Server 的登入頁輸入，AI 工具和 MCP Server 都看不到密碼，只拿到幾分鐘就會到期、而且可以隨時收回的通行證。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用一句話說：OAuth Server 像大樓的櫃台，負責核對身分、發通行證；MCP Server 像各樓層的門禁，只認通行證、不碰密碼。流程：① 員工先在 AI 工具裡新增 MCP 連線（只需設定一次）。② AI 工具把員工帶到 OAuth Server 的登入頁，員工在這裡輸入統編、帳號、密碼；OAuth Server 會到資訊雲的 GMB 資料庫比對。這是唯一需要輸入密碼的地方。③ 確認身分後，OAuth Server 發一張通行證給 AI 工具，設定完成。④ 之後員工請 AI 查資料時，AI 工具就帶著通行證去找 MCP Server；通行證到期會自動續期，不必每次重新登入。⑤ MCP Server 先檢查通行證是不是 OAuth Server 發的、有沒有過期。確認沒問題後，MCP Server 才會讀取自己的業務資料庫，或呼叫資訊雲的上游服務 API（GMB、中台、API Bank）取得資料。架構上，MCP Server 和 OAuth Server 都在公有雲執行，方便 AI 工具連線；上游服務與資料庫則留在資訊雲，屬於混合雲架構，資料本身不搬上公有雲。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OAuth 最經典的 Authorization Code Flow，加上 PKCE，也是本階段唯一實作的授權流程。① Client 先產生隨機的 code_verifier，並算出它的雜湊 code_challenge。②③ 把使用者的瀏覽器導向 OAuth Server 的 /authorize，帶上 code_challenge、防偽用的 state，以及目標 MCP Server 網址 resource。④ 重點：統編、帳號、密碼只在 OAuth Server 的登入頁輸入，Client 與 MCP Server 都看不到。⑤⑥ OAuth Server 驗證成功後，以一次性的授權碼導回 Client 的 redirect_uri，並附上 iss 讓 Client 確認是哪個 OAuth Server 發的。⑦ Client 用授權碼加原始的 code_verifier 換 Token；OAuth Server 比對雜湊，確保換 Token 的跟發起登入的是同一個 Client，授權碼被攔截也無法使用。⑧ OAuth Server 回傳短效的 JWT Access Token 與 Refresh Token。⑨⑩ Client 帶 Token 呼叫 MCP Server，MCP Server 以 OAuth Server 公布的 JWKS 公鑰驗證簽章、受眾 aud 與到期時間，不需每次回呼 OAuth Server。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本階段全部自行實作，不使用第三方框架或服務，方便日後接手維護。本階段六項：登入頁；標準授權流程，採 Authorization Code Flow 加 PKCE，並在回應帶 iss 參數；短效的 JWT Access Token；Refresh Token 自動續期，每次換新都輪替；Client 註冊；Metadata 與 JWKS 端點，也就是 OAuth Server 的 Authorization Server Metadata（RFC 8414）與驗證用公鑰。Client 註冊依 MCP 規範 2026-07-28 版：Claude 與 ChatGPT 使用 Client ID Metadata Documents（CIMD），用自己的網址當身分，不需事先登記；Gemini 目前保守起見採預先註冊，由管理員發給 Client ID。動態註冊（DCR）在新規範已標為棄用，不實作。Token 撤銷放在後續階段：包含 /revoke 端點（自家 Web、APP 登出時呼叫），以及帳號停用或異常時由 OAuth Server 作廢該使用者所有 Refresh Token。本階段先以短效的 Access Token 控制風險。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4572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0000"/>
              </a:lnSpc>
              <a:buNone/>
              <a:defRPr lang="en-US" sz="360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264890"/>
            <a:ext cx="10566400" cy="47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45720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0000"/>
              </a:lnSpc>
              <a:buNone/>
              <a:defRPr lang="en-US" sz="360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264890"/>
            <a:ext cx="10566400" cy="4780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572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為什麼需要 OAuth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03629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讓 AI 工具「拿通行證」，而不是「拿密碼」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2800" y="1473150"/>
            <a:ext cx="3386634" cy="477525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1777950"/>
            <a:ext cx="286034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1A9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17600" y="2362150"/>
            <a:ext cx="2860345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業界共同標準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17600" y="2824411"/>
            <a:ext cx="2860345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官方規範指定用 OAuth 2.1 驗證身分。不照標準做，主流 AI 工具就接不上。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2634" y="1473150"/>
            <a:ext cx="3386683" cy="477525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9" name="Text 7"/>
          <p:cNvSpPr/>
          <p:nvPr/>
        </p:nvSpPr>
        <p:spPr>
          <a:xfrm>
            <a:off x="4707434" y="1777950"/>
            <a:ext cx="286039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1A9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707434" y="2362150"/>
            <a:ext cx="2860396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一次建置，內外通用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07434" y="2824411"/>
            <a:ext cx="2860396" cy="1163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Claude、ChatGPT、Gemini 都照同一套標準連線，不需要逐家開發。未來內部系統之間，也能用同一套 OAuth 驗證身分。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2517" y="1473150"/>
            <a:ext cx="3386683" cy="4775250"/>
          </a:xfrm>
          <a:prstGeom prst="rect">
            <a:avLst/>
          </a:prstGeom>
          <a:solidFill>
            <a:srgbClr val="E6FED2"/>
          </a:solidFill>
          <a:ln/>
        </p:spPr>
      </p:sp>
      <p:sp>
        <p:nvSpPr>
          <p:cNvPr id="13" name="Text 11"/>
          <p:cNvSpPr/>
          <p:nvPr/>
        </p:nvSpPr>
        <p:spPr>
          <a:xfrm>
            <a:off x="8297317" y="1777950"/>
            <a:ext cx="2860396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01A9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8297317" y="2362150"/>
            <a:ext cx="2860396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密碼不外流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97317" y="2824411"/>
            <a:ext cx="2860396" cy="8787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密碼只在 OAuth Server 輸入。AI 工具只拿到有時效、可隨時收回的通行證。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058400" y="64414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0" y="64414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4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45720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24"/>
              </a:lnSpc>
              <a:buNone/>
            </a:pPr>
            <a:r>
              <a:rPr lang="en-US" sz="3476" b="1" i="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工具如何安全地取得企業資料</a:t>
            </a:r>
            <a:endParaRPr lang="en-US" sz="3476" dirty="0"/>
          </a:p>
        </p:txBody>
      </p:sp>
      <p:sp>
        <p:nvSpPr>
          <p:cNvPr id="4" name="Text 2"/>
          <p:cNvSpPr/>
          <p:nvPr/>
        </p:nvSpPr>
        <p:spPr>
          <a:xfrm>
            <a:off x="812800" y="988020"/>
            <a:ext cx="10883392" cy="262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74"/>
              </a:lnSpc>
              <a:buNone/>
            </a:pPr>
            <a:r>
              <a:rPr lang="en-US" sz="1339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混合雲架構：MCP Server 與 OAuth Server 在公有雲執行，上游服務與資料庫留在資訊雲</a:t>
            </a:r>
            <a:endParaRPr lang="en-US" sz="1339" dirty="0"/>
          </a:p>
        </p:txBody>
      </p:sp>
      <p:sp>
        <p:nvSpPr>
          <p:cNvPr id="5" name="Shape 3"/>
          <p:cNvSpPr/>
          <p:nvPr/>
        </p:nvSpPr>
        <p:spPr>
          <a:xfrm>
            <a:off x="4749800" y="1397000"/>
            <a:ext cx="3429000" cy="4445000"/>
          </a:xfrm>
          <a:prstGeom prst="rect">
            <a:avLst/>
          </a:prstGeom>
          <a:solidFill>
            <a:srgbClr val="EAF7EF"/>
          </a:solidFill>
          <a:ln/>
        </p:spPr>
      </p:sp>
      <p:sp>
        <p:nvSpPr>
          <p:cNvPr id="6" name="Shape 4"/>
          <p:cNvSpPr/>
          <p:nvPr/>
        </p:nvSpPr>
        <p:spPr>
          <a:xfrm>
            <a:off x="8559800" y="1397000"/>
            <a:ext cx="2819400" cy="44450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" name="Shape 5"/>
          <p:cNvSpPr/>
          <p:nvPr/>
        </p:nvSpPr>
        <p:spPr>
          <a:xfrm>
            <a:off x="819150" y="1657350"/>
            <a:ext cx="21463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9"/>
            </a:solidFill>
            <a:prstDash val="solid"/>
          </a:ln>
        </p:spPr>
      </p:sp>
      <p:pic>
        <p:nvPicPr>
          <p:cNvPr id="8" name="Image 0" descr="Cha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52600" y="1781820"/>
            <a:ext cx="279400" cy="279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39820" y="2099320"/>
            <a:ext cx="7049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工具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76300" y="2386310"/>
            <a:ext cx="2032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Claude、ChatGPT、Gemini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19150" y="4451350"/>
            <a:ext cx="2146300" cy="106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9"/>
            </a:solidFill>
            <a:prstDash val="solid"/>
          </a:ln>
        </p:spPr>
      </p:sp>
      <p:pic>
        <p:nvPicPr>
          <p:cNvPr id="12" name="Image 1" descr="User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752600" y="4575820"/>
            <a:ext cx="279400" cy="2794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59989" y="4893320"/>
            <a:ext cx="86457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企業用戶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06666" y="5180310"/>
            <a:ext cx="15712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 AI 工具的員工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010150" y="1689100"/>
            <a:ext cx="2908300" cy="10033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E891"/>
            </a:solidFill>
            <a:prstDash val="solid"/>
          </a:ln>
        </p:spPr>
      </p:sp>
      <p:pic>
        <p:nvPicPr>
          <p:cNvPr id="16" name="Image 2" descr="Tool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24600" y="1781820"/>
            <a:ext cx="279400" cy="2794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867326" y="2099320"/>
            <a:ext cx="1193899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493410" y="2386310"/>
            <a:ext cx="19417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提供 AI 可用的查詢服務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003800" y="4476750"/>
            <a:ext cx="2921000" cy="1016000"/>
          </a:xfrm>
          <a:prstGeom prst="rect">
            <a:avLst/>
          </a:prstGeom>
          <a:solidFill>
            <a:srgbClr val="036B3F"/>
          </a:solidFill>
          <a:ln/>
        </p:spPr>
      </p:sp>
      <p:pic>
        <p:nvPicPr>
          <p:cNvPr id="20" name="Image 3" descr="Lo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24600" y="4575820"/>
            <a:ext cx="279400" cy="2794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776595" y="4893320"/>
            <a:ext cx="13754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Server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5630624" y="5180310"/>
            <a:ext cx="16673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負責登入、發通行證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8782050" y="1689100"/>
            <a:ext cx="2374900" cy="1003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9"/>
            </a:solidFill>
            <a:prstDash val="solid"/>
          </a:ln>
        </p:spPr>
      </p:sp>
      <p:pic>
        <p:nvPicPr>
          <p:cNvPr id="24" name="Image 4" descr="Lin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829800" y="1781820"/>
            <a:ext cx="279400" cy="2794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537189" y="2099320"/>
            <a:ext cx="86457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上游服務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9009444" y="2386310"/>
            <a:ext cx="192006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GMB、中台、API Bank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8782050" y="3054350"/>
            <a:ext cx="2374900" cy="1003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9"/>
            </a:solidFill>
            <a:prstDash val="solid"/>
          </a:ln>
        </p:spPr>
      </p:sp>
      <p:pic>
        <p:nvPicPr>
          <p:cNvPr id="28" name="Image 5" descr="Database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829800" y="3147070"/>
            <a:ext cx="279400" cy="27940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9429140" y="3464570"/>
            <a:ext cx="1080671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業務資料庫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9321086" y="3751560"/>
            <a:ext cx="129682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企業的服務資料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8782050" y="4483100"/>
            <a:ext cx="2374900" cy="10033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9"/>
            </a:solidFill>
            <a:prstDash val="solid"/>
          </a:ln>
        </p:spPr>
      </p:sp>
      <p:pic>
        <p:nvPicPr>
          <p:cNvPr id="32" name="Image 6" descr="Databas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829800" y="4575820"/>
            <a:ext cx="279400" cy="27940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366746" y="4893320"/>
            <a:ext cx="12055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GMB 資料庫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9228455" y="5180310"/>
            <a:ext cx="14820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統編、帳號、密碼</a:t>
            </a:r>
            <a:endParaRPr lang="en-US" sz="1200" dirty="0"/>
          </a:p>
        </p:txBody>
      </p:sp>
      <p:pic>
        <p:nvPicPr>
          <p:cNvPr id="35" name="Image 7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828800" y="2667000"/>
            <a:ext cx="127000" cy="1841500"/>
          </a:xfrm>
          <a:prstGeom prst="rect">
            <a:avLst/>
          </a:prstGeom>
        </p:spPr>
      </p:pic>
      <p:pic>
        <p:nvPicPr>
          <p:cNvPr id="36" name="Image 8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908300" y="4921250"/>
            <a:ext cx="2159000" cy="127000"/>
          </a:xfrm>
          <a:prstGeom prst="rect">
            <a:avLst/>
          </a:prstGeom>
        </p:spPr>
      </p:pic>
      <p:pic>
        <p:nvPicPr>
          <p:cNvPr id="37" name="Image 9" descr="connector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908300" y="2476500"/>
            <a:ext cx="2159000" cy="2159000"/>
          </a:xfrm>
          <a:prstGeom prst="rect">
            <a:avLst/>
          </a:prstGeom>
        </p:spPr>
      </p:pic>
      <p:pic>
        <p:nvPicPr>
          <p:cNvPr id="38" name="Image 10" descr="connector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2908300" y="2127250"/>
            <a:ext cx="2159000" cy="127000"/>
          </a:xfrm>
          <a:prstGeom prst="rect">
            <a:avLst/>
          </a:prstGeom>
        </p:spPr>
      </p:pic>
      <p:pic>
        <p:nvPicPr>
          <p:cNvPr id="39" name="Image 11" descr="connector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6400800" y="2635250"/>
            <a:ext cx="127000" cy="1905000"/>
          </a:xfrm>
          <a:prstGeom prst="rect">
            <a:avLst/>
          </a:prstGeom>
        </p:spPr>
      </p:pic>
      <p:pic>
        <p:nvPicPr>
          <p:cNvPr id="40" name="Image 12" descr="connector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7861300" y="2127250"/>
            <a:ext cx="977900" cy="127000"/>
          </a:xfrm>
          <a:prstGeom prst="rect">
            <a:avLst/>
          </a:prstGeom>
        </p:spPr>
      </p:pic>
      <p:pic>
        <p:nvPicPr>
          <p:cNvPr id="41" name="Image 13" descr="connector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7607300" y="2635250"/>
            <a:ext cx="1231900" cy="984250"/>
          </a:xfrm>
          <a:prstGeom prst="rect">
            <a:avLst/>
          </a:prstGeom>
        </p:spPr>
      </p:pic>
      <p:pic>
        <p:nvPicPr>
          <p:cNvPr id="42" name="Image 14" descr="connector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7861300" y="4921250"/>
            <a:ext cx="977900" cy="127000"/>
          </a:xfrm>
          <a:prstGeom prst="rect">
            <a:avLst/>
          </a:prstGeom>
        </p:spPr>
      </p:pic>
      <p:sp>
        <p:nvSpPr>
          <p:cNvPr id="43" name="Text 26"/>
          <p:cNvSpPr/>
          <p:nvPr/>
        </p:nvSpPr>
        <p:spPr>
          <a:xfrm>
            <a:off x="1993900" y="3302000"/>
            <a:ext cx="10033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在 AI 工具設定 MCP 連線</a:t>
            </a:r>
            <a:endParaRPr lang="en-US" sz="1200" dirty="0"/>
          </a:p>
        </p:txBody>
      </p:sp>
      <p:sp>
        <p:nvSpPr>
          <p:cNvPr id="44" name="Text 27"/>
          <p:cNvSpPr/>
          <p:nvPr/>
        </p:nvSpPr>
        <p:spPr>
          <a:xfrm>
            <a:off x="3073400" y="4483100"/>
            <a:ext cx="189674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到 OAuth Server 登入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輸入統編、帳號、密碼</a:t>
            </a:r>
            <a:endParaRPr lang="en-US" sz="1200" dirty="0"/>
          </a:p>
        </p:txBody>
      </p:sp>
      <p:sp>
        <p:nvSpPr>
          <p:cNvPr id="45" name="Text 28"/>
          <p:cNvSpPr/>
          <p:nvPr/>
        </p:nvSpPr>
        <p:spPr>
          <a:xfrm>
            <a:off x="3073400" y="1841500"/>
            <a:ext cx="189674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帶通行證去查資料</a:t>
            </a:r>
            <a:endParaRPr lang="en-US" sz="1200" dirty="0"/>
          </a:p>
        </p:txBody>
      </p:sp>
      <p:sp>
        <p:nvSpPr>
          <p:cNvPr id="46" name="Text 29"/>
          <p:cNvSpPr/>
          <p:nvPr/>
        </p:nvSpPr>
        <p:spPr>
          <a:xfrm>
            <a:off x="6565900" y="3302000"/>
            <a:ext cx="10668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檢查通行證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是不是真的</a:t>
            </a:r>
            <a:endParaRPr lang="en-US" sz="1200" dirty="0"/>
          </a:p>
        </p:txBody>
      </p:sp>
      <p:sp>
        <p:nvSpPr>
          <p:cNvPr id="47" name="Text 30"/>
          <p:cNvSpPr/>
          <p:nvPr/>
        </p:nvSpPr>
        <p:spPr>
          <a:xfrm>
            <a:off x="7962900" y="2260600"/>
            <a:ext cx="838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呼叫 API</a:t>
            </a:r>
            <a:endParaRPr lang="en-US" sz="1200" dirty="0"/>
          </a:p>
        </p:txBody>
      </p:sp>
      <p:sp>
        <p:nvSpPr>
          <p:cNvPr id="48" name="Text 31"/>
          <p:cNvSpPr/>
          <p:nvPr/>
        </p:nvSpPr>
        <p:spPr>
          <a:xfrm>
            <a:off x="7747000" y="3238500"/>
            <a:ext cx="812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讀取資料</a:t>
            </a:r>
            <a:endParaRPr lang="en-US" sz="1200" dirty="0"/>
          </a:p>
        </p:txBody>
      </p:sp>
      <p:sp>
        <p:nvSpPr>
          <p:cNvPr id="49" name="Text 32"/>
          <p:cNvSpPr/>
          <p:nvPr/>
        </p:nvSpPr>
        <p:spPr>
          <a:xfrm>
            <a:off x="7962900" y="5054600"/>
            <a:ext cx="8382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比對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帳號密碼</a:t>
            </a:r>
            <a:endParaRPr lang="en-US" sz="1200" dirty="0"/>
          </a:p>
        </p:txBody>
      </p:sp>
      <p:sp>
        <p:nvSpPr>
          <p:cNvPr id="50" name="Text 33"/>
          <p:cNvSpPr/>
          <p:nvPr/>
        </p:nvSpPr>
        <p:spPr>
          <a:xfrm>
            <a:off x="4876800" y="5562600"/>
            <a:ext cx="3270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公有雲</a:t>
            </a:r>
            <a:endParaRPr lang="en-US" sz="1200" dirty="0"/>
          </a:p>
        </p:txBody>
      </p:sp>
      <p:sp>
        <p:nvSpPr>
          <p:cNvPr id="51" name="Text 34"/>
          <p:cNvSpPr/>
          <p:nvPr/>
        </p:nvSpPr>
        <p:spPr>
          <a:xfrm>
            <a:off x="8686800" y="5562600"/>
            <a:ext cx="2642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資訊雲</a:t>
            </a:r>
            <a:endParaRPr lang="en-US" sz="1200" dirty="0"/>
          </a:p>
        </p:txBody>
      </p:sp>
      <p:sp>
        <p:nvSpPr>
          <p:cNvPr id="52" name="Text 35"/>
          <p:cNvSpPr/>
          <p:nvPr/>
        </p:nvSpPr>
        <p:spPr>
          <a:xfrm>
            <a:off x="4064149" y="3115518"/>
            <a:ext cx="13843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確認身分，</a:t>
            </a:r>
            <a:endParaRPr lang="en-US" sz="1200" dirty="0"/>
          </a:p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發通行證給 AI 工具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572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一步步看：AI 工具怎麼拿到通行證</a:t>
            </a:r>
            <a:endParaRPr lang="en-US" sz="3600" dirty="0"/>
          </a:p>
        </p:txBody>
      </p:sp>
      <p:pic>
        <p:nvPicPr>
          <p:cNvPr id="3" name="Image 0" descr="OAuth 授權碼加 PKCE 流程時序圖：Client 產生 PKCE 參數並將使用者導向 OAuth Server，使用者在 OAuth Server輸入統編、帳號、密碼， OAuth Server以授權碼導回，Client 以授權碼加 code_verifier 換取 Access Token 與 Refresh Token，再帶 Token 呼叫 MCP Server，MCP Server 以 JWKS 驗證">    </p:cNvPr>
          <p:cNvPicPr>
            <a:picLocks noChangeAspect="1"/>
          </p:cNvPicPr>
          <p:nvPr/>
        </p:nvPicPr>
        <p:blipFill>
          <a:blip r:embed="rId1"/>
          <a:srcRect l="-18" r="-18" t="0" b="0"/>
          <a:stretch/>
        </p:blipFill>
        <p:spPr>
          <a:xfrm>
            <a:off x="812800" y="1112490"/>
            <a:ext cx="10566400" cy="44767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0" y="64414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5720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i="0" dirty="0">
                <a:solidFill>
                  <a:srgbClr val="036B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階段功能規劃</a:t>
            </a:r>
            <a:endParaRPr lang="en-US" sz="3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175990"/>
          <a:ext cx="10553700" cy="3824337"/>
        </p:xfrm>
        <a:graphic>
          <a:graphicData uri="http://schemas.openxmlformats.org/drawingml/2006/table">
            <a:tbl>
              <a:tblPr/>
              <a:tblGrid>
                <a:gridCol w="1266444"/>
                <a:gridCol w="3166110"/>
                <a:gridCol w="6121146"/>
              </a:tblGrid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階段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功能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說明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6B3F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本階段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登入頁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使用者只在 OAuth Server 輸入統編、帳號、密碼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758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</a:tr>
              <a:tr h="59045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本階段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標準授權流程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採 Authorization Code Flow＋PKCE：確認身分後才發通行證，並防止被攔截冒用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本階段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Token（通行證）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JWT 格式、幾分鐘就到期；MCP Server 可自行驗證真偽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本階段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Refresh Token（自動續期）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通行證到期自動換新，不用一直重新登入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本階段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註冊（CIMD＋預先註冊）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Claude、ChatGPT 以 CIMD 自動註冊；Gemini 由管理員預先註冊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本階段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Metadata 與 JWKS 端點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公開 OAuth Server 的設定與驗證公鑰，讓 AI 工具自動找到登入位置與驗證方式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ED2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後續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 撤銷（/revoke）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登出、帳號停用或異常時作廢 Token，通行證到期後即無法再存取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8CB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後續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已授權應用管理頁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使用者自行查看、取消 AI 工具的存取權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5932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後續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多因子驗證（MFA）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登入時多一道驗證，安全性更高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0058400" y="6441480"/>
            <a:ext cx="1320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CP 身分驗證標準化：導入 OAuth 2.1">
  <a:themeElements>
    <a:clrScheme name="MCP 身分驗證標準化：導入 OAuth 2.1">
      <a:dk1>
        <a:srgbClr val="036B3F"/>
      </a:dk1>
      <a:lt1>
        <a:srgbClr val="FFFFFF"/>
      </a:lt1>
      <a:dk2>
        <a:srgbClr val="42906F"/>
      </a:dk2>
      <a:lt2>
        <a:srgbClr val="E6F0EC"/>
      </a:lt2>
      <a:accent1>
        <a:srgbClr val="01A964"/>
      </a:accent1>
      <a:accent2>
        <a:srgbClr val="E6FED2"/>
      </a:accent2>
      <a:accent3>
        <a:srgbClr val="7F7F7F"/>
      </a:accent3>
      <a:accent4>
        <a:srgbClr val="9AA0A6"/>
      </a:accent4>
      <a:accent5>
        <a:srgbClr val="68A68C"/>
      </a:accent5>
      <a:accent6>
        <a:srgbClr val="8EBCA9"/>
      </a:accent6>
      <a:hlink>
        <a:srgbClr val="0563C1"/>
      </a:hlink>
      <a:folHlink>
        <a:srgbClr val="954F72"/>
      </a:folHlink>
    </a:clrScheme>
    <a:fontScheme name="MCP 身分驗證標準化：導入 OAuth 2.1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 身分驗證標準化：導入 OAuth 2.1</dc:title>
  <dc:subject/>
  <dc:creator/>
  <cp:lastModifiedBy/>
  <cp:revision>1</cp:revision>
  <dcterms:created xsi:type="dcterms:W3CDTF">2026-10-08T02:00:54Z</dcterms:created>
  <dcterms:modified xsi:type="dcterms:W3CDTF">2026-10-08T02:00:54Z</dcterms:modified>
</cp:coreProperties>
</file>